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51"/>
  </p:notesMasterIdLst>
  <p:sldIdLst>
    <p:sldId id="256" r:id="rId2"/>
    <p:sldId id="426" r:id="rId3"/>
    <p:sldId id="259" r:id="rId4"/>
    <p:sldId id="354" r:id="rId5"/>
    <p:sldId id="355" r:id="rId6"/>
    <p:sldId id="356" r:id="rId7"/>
    <p:sldId id="357" r:id="rId8"/>
    <p:sldId id="358" r:id="rId9"/>
    <p:sldId id="309" r:id="rId10"/>
    <p:sldId id="359" r:id="rId11"/>
    <p:sldId id="360" r:id="rId12"/>
    <p:sldId id="361" r:id="rId13"/>
    <p:sldId id="362" r:id="rId14"/>
    <p:sldId id="363" r:id="rId15"/>
    <p:sldId id="427" r:id="rId16"/>
    <p:sldId id="368" r:id="rId17"/>
    <p:sldId id="428" r:id="rId18"/>
    <p:sldId id="376" r:id="rId19"/>
    <p:sldId id="377" r:id="rId20"/>
    <p:sldId id="792" r:id="rId21"/>
    <p:sldId id="807" r:id="rId22"/>
    <p:sldId id="808" r:id="rId23"/>
    <p:sldId id="809" r:id="rId24"/>
    <p:sldId id="810" r:id="rId25"/>
    <p:sldId id="811" r:id="rId26"/>
    <p:sldId id="379" r:id="rId27"/>
    <p:sldId id="380" r:id="rId28"/>
    <p:sldId id="381" r:id="rId29"/>
    <p:sldId id="382" r:id="rId30"/>
    <p:sldId id="383" r:id="rId31"/>
    <p:sldId id="384" r:id="rId32"/>
    <p:sldId id="385" r:id="rId33"/>
    <p:sldId id="386" r:id="rId34"/>
    <p:sldId id="388" r:id="rId35"/>
    <p:sldId id="389" r:id="rId36"/>
    <p:sldId id="390" r:id="rId37"/>
    <p:sldId id="391" r:id="rId38"/>
    <p:sldId id="392" r:id="rId39"/>
    <p:sldId id="393" r:id="rId40"/>
    <p:sldId id="394" r:id="rId41"/>
    <p:sldId id="395" r:id="rId42"/>
    <p:sldId id="396" r:id="rId43"/>
    <p:sldId id="397" r:id="rId44"/>
    <p:sldId id="398" r:id="rId45"/>
    <p:sldId id="399" r:id="rId46"/>
    <p:sldId id="400" r:id="rId47"/>
    <p:sldId id="401" r:id="rId48"/>
    <p:sldId id="402" r:id="rId49"/>
    <p:sldId id="299" r:id="rId50"/>
  </p:sldIdLst>
  <p:sldSz cx="12192000" cy="6858000"/>
  <p:notesSz cx="6858000" cy="9144000"/>
  <p:embeddedFontLst>
    <p:embeddedFont>
      <p:font typeface="Calibri" panose="020F0502020204030204" pitchFamily="34" charset="0"/>
      <p:regular r:id="rId52"/>
      <p:bold r:id="rId53"/>
      <p:italic r:id="rId54"/>
      <p:boldItalic r:id="rId55"/>
    </p:embeddedFont>
    <p:embeddedFont>
      <p:font typeface="Noto Sans Symbols" panose="020B0602040504020204" pitchFamily="34" charset="0"/>
      <p:regular r:id="rId56"/>
      <p:bold r:id="rId57"/>
    </p:embeddedFont>
    <p:embeddedFont>
      <p:font typeface="Quattrocento Sans" panose="020B0502050000020003" pitchFamily="34" charset="0"/>
      <p:regular r:id="rId58"/>
      <p:bold r:id="rId59"/>
      <p:italic r:id="rId60"/>
      <p:boldItalic r:id="rId61"/>
    </p:embeddedFont>
    <p:embeddedFont>
      <p:font typeface="Roboto" panose="02000000000000000000" pitchFamily="2" charset="0"/>
      <p:regular r:id="rId62"/>
      <p:bold r:id="rId63"/>
      <p:italic r:id="rId64"/>
      <p:boldItalic r:id="rId65"/>
    </p:embeddedFont>
    <p:embeddedFont>
      <p:font typeface="Segoe UI" panose="020B0502040204020203" pitchFamily="34" charset="0"/>
      <p:regular r:id="rId66"/>
      <p:bold r:id="rId67"/>
      <p:italic r:id="rId68"/>
      <p:boldItalic r:id="rId6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15:guide id="1" orient="horz" pos="2160">
          <p15:clr>
            <a:srgbClr val="A4A3A4"/>
          </p15:clr>
        </p15:guide>
        <p15:guide id="2" pos="3872">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565E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300"/>
    <p:restoredTop sz="79353" autoAdjust="0"/>
  </p:normalViewPr>
  <p:slideViewPr>
    <p:cSldViewPr snapToGrid="0">
      <p:cViewPr varScale="1">
        <p:scale>
          <a:sx n="66" d="100"/>
          <a:sy n="66" d="100"/>
        </p:scale>
        <p:origin x="192" y="552"/>
      </p:cViewPr>
      <p:guideLst>
        <p:guide orient="horz" pos="2160"/>
        <p:guide pos="3872"/>
      </p:guideLst>
    </p:cSldViewPr>
  </p:slideViewPr>
  <p:notesTextViewPr>
    <p:cViewPr>
      <p:scale>
        <a:sx n="1" d="1"/>
        <a:sy n="1" d="1"/>
      </p:scale>
      <p:origin x="0" y="0"/>
    </p:cViewPr>
  </p:notesTextViewPr>
  <p:sorterViewPr>
    <p:cViewPr>
      <p:scale>
        <a:sx n="80" d="100"/>
        <a:sy n="80" d="100"/>
      </p:scale>
      <p:origin x="0" y="0"/>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font" Target="fonts/font12.fntdata"/><Relationship Id="rId68" Type="http://schemas.openxmlformats.org/officeDocument/2006/relationships/font" Target="fonts/font17.fntdata"/><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font" Target="fonts/font2.fntdata"/><Relationship Id="rId58" Type="http://schemas.openxmlformats.org/officeDocument/2006/relationships/font" Target="fonts/font7.fntdata"/><Relationship Id="rId66" Type="http://schemas.openxmlformats.org/officeDocument/2006/relationships/font" Target="fonts/font15.fntdata"/><Relationship Id="rId5" Type="http://schemas.openxmlformats.org/officeDocument/2006/relationships/slide" Target="slides/slide4.xml"/><Relationship Id="rId61" Type="http://schemas.openxmlformats.org/officeDocument/2006/relationships/font" Target="fonts/font10.fntdata"/><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font" Target="fonts/font5.fntdata"/><Relationship Id="rId64" Type="http://schemas.openxmlformats.org/officeDocument/2006/relationships/font" Target="fonts/font13.fntdata"/><Relationship Id="rId69" Type="http://schemas.openxmlformats.org/officeDocument/2006/relationships/font" Target="fonts/font18.fntdata"/><Relationship Id="rId8" Type="http://schemas.openxmlformats.org/officeDocument/2006/relationships/slide" Target="slides/slide7.xml"/><Relationship Id="rId51" Type="http://schemas.openxmlformats.org/officeDocument/2006/relationships/notesMaster" Target="notesMasters/notesMaster1.xml"/><Relationship Id="rId72"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font" Target="fonts/font8.fntdata"/><Relationship Id="rId67" Type="http://schemas.openxmlformats.org/officeDocument/2006/relationships/font" Target="fonts/font16.fntdata"/><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font" Target="fonts/font3.fntdata"/><Relationship Id="rId62" Type="http://schemas.openxmlformats.org/officeDocument/2006/relationships/font" Target="fonts/font11.fntdata"/><Relationship Id="rId7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font" Target="fonts/font6.fntdata"/><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font" Target="fonts/font1.fntdata"/><Relationship Id="rId60" Type="http://schemas.openxmlformats.org/officeDocument/2006/relationships/font" Target="fonts/font9.fntdata"/><Relationship Id="rId65" Type="http://schemas.openxmlformats.org/officeDocument/2006/relationships/font" Target="fonts/font14.fntdata"/><Relationship Id="rId73"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font" Target="fonts/font4.fntdata"/><Relationship Id="rId7" Type="http://schemas.openxmlformats.org/officeDocument/2006/relationships/slide" Target="slides/slide6.xml"/><Relationship Id="rId71" Type="http://schemas.openxmlformats.org/officeDocument/2006/relationships/viewProps" Target="viewProp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E04100C-51AA-4E23-94D1-EB81E6AC492A}" type="doc">
      <dgm:prSet loTypeId="urn:microsoft.com/office/officeart/2005/8/layout/hProcess7" loCatId="list" qsTypeId="urn:microsoft.com/office/officeart/2005/8/quickstyle/simple1" qsCatId="simple" csTypeId="urn:microsoft.com/office/officeart/2005/8/colors/accent1_2" csCatId="accent1" phldr="1"/>
      <dgm:spPr/>
      <dgm:t>
        <a:bodyPr/>
        <a:lstStyle/>
        <a:p>
          <a:endParaRPr lang="en-US"/>
        </a:p>
      </dgm:t>
    </dgm:pt>
    <dgm:pt modelId="{31F511AC-A5BD-4E4D-800E-9BD4B40B9C49}">
      <dgm:prSet phldrT="[Text]"/>
      <dgm:spPr/>
      <dgm:t>
        <a:bodyPr/>
        <a:lstStyle/>
        <a:p>
          <a:r>
            <a:rPr lang="en-US" dirty="0"/>
            <a:t>01</a:t>
          </a:r>
        </a:p>
      </dgm:t>
    </dgm:pt>
    <dgm:pt modelId="{023C6C96-3FD3-4290-BFF5-5D5FCD86DCD1}" type="parTrans" cxnId="{180E3ACE-92EA-419C-AE68-1A5A4E699532}">
      <dgm:prSet/>
      <dgm:spPr/>
      <dgm:t>
        <a:bodyPr/>
        <a:lstStyle/>
        <a:p>
          <a:endParaRPr lang="en-US"/>
        </a:p>
      </dgm:t>
    </dgm:pt>
    <dgm:pt modelId="{6C6F75CE-52EA-4DEE-8045-CFD16EB7CC08}" type="sibTrans" cxnId="{180E3ACE-92EA-419C-AE68-1A5A4E699532}">
      <dgm:prSet/>
      <dgm:spPr/>
      <dgm:t>
        <a:bodyPr/>
        <a:lstStyle/>
        <a:p>
          <a:endParaRPr lang="en-US"/>
        </a:p>
      </dgm:t>
    </dgm:pt>
    <dgm:pt modelId="{16FD4925-5AD1-45E3-82D3-177C1925580A}">
      <dgm:prSet phldrT="[Text]" custT="1"/>
      <dgm:spPr/>
      <dgm:t>
        <a:bodyPr/>
        <a:lstStyle/>
        <a:p>
          <a:pPr algn="ctr"/>
          <a:r>
            <a:rPr lang="en-US" sz="3200" dirty="0" err="1"/>
            <a:t>Chọn</a:t>
          </a:r>
          <a:endParaRPr lang="en-US" sz="3200" dirty="0"/>
        </a:p>
        <a:p>
          <a:pPr algn="ctr"/>
          <a:r>
            <a:rPr lang="en-US" sz="3200" dirty="0" err="1"/>
            <a:t>Màu</a:t>
          </a:r>
          <a:endParaRPr lang="en-US" sz="3200" dirty="0"/>
        </a:p>
        <a:p>
          <a:pPr algn="ctr"/>
          <a:r>
            <a:rPr lang="en-US" sz="3200" dirty="0" err="1"/>
            <a:t>Chủ</a:t>
          </a:r>
          <a:endParaRPr lang="en-US" sz="3200" dirty="0"/>
        </a:p>
        <a:p>
          <a:pPr algn="ctr"/>
          <a:r>
            <a:rPr lang="en-US" sz="3200" dirty="0" err="1"/>
            <a:t>Đạo</a:t>
          </a:r>
          <a:endParaRPr lang="en-US" sz="3200" dirty="0"/>
        </a:p>
      </dgm:t>
    </dgm:pt>
    <dgm:pt modelId="{70E402BD-4301-4A9F-A9B5-A3D32920B384}" type="parTrans" cxnId="{42023D7F-86E9-4F8B-8080-FAF82E4D2539}">
      <dgm:prSet/>
      <dgm:spPr/>
      <dgm:t>
        <a:bodyPr/>
        <a:lstStyle/>
        <a:p>
          <a:endParaRPr lang="en-US"/>
        </a:p>
      </dgm:t>
    </dgm:pt>
    <dgm:pt modelId="{CCB91A55-86AA-4AC3-B5C2-1279B2B2EA01}" type="sibTrans" cxnId="{42023D7F-86E9-4F8B-8080-FAF82E4D2539}">
      <dgm:prSet/>
      <dgm:spPr/>
      <dgm:t>
        <a:bodyPr/>
        <a:lstStyle/>
        <a:p>
          <a:endParaRPr lang="en-US"/>
        </a:p>
      </dgm:t>
    </dgm:pt>
    <dgm:pt modelId="{817175BF-22B0-46CB-AE3B-5BE885303150}">
      <dgm:prSet phldrT="[Text]"/>
      <dgm:spPr/>
      <dgm:t>
        <a:bodyPr/>
        <a:lstStyle/>
        <a:p>
          <a:r>
            <a:rPr lang="en-US" dirty="0"/>
            <a:t>02</a:t>
          </a:r>
        </a:p>
      </dgm:t>
    </dgm:pt>
    <dgm:pt modelId="{D359C38D-3CAB-4F12-A38E-B301D73EC674}" type="parTrans" cxnId="{7B60B216-9C7A-45F5-B319-1257F8E8AF4D}">
      <dgm:prSet/>
      <dgm:spPr/>
      <dgm:t>
        <a:bodyPr/>
        <a:lstStyle/>
        <a:p>
          <a:endParaRPr lang="en-US"/>
        </a:p>
      </dgm:t>
    </dgm:pt>
    <dgm:pt modelId="{2F78C26F-683D-4F0C-AE9A-732B07F205B0}" type="sibTrans" cxnId="{7B60B216-9C7A-45F5-B319-1257F8E8AF4D}">
      <dgm:prSet/>
      <dgm:spPr/>
      <dgm:t>
        <a:bodyPr/>
        <a:lstStyle/>
        <a:p>
          <a:endParaRPr lang="en-US"/>
        </a:p>
      </dgm:t>
    </dgm:pt>
    <dgm:pt modelId="{95F1556B-00DF-447A-ABD5-944FF0DE89F0}">
      <dgm:prSet phldrT="[Text]" custT="1"/>
      <dgm:spPr/>
      <dgm:t>
        <a:bodyPr/>
        <a:lstStyle/>
        <a:p>
          <a:pPr algn="ctr"/>
          <a:r>
            <a:rPr lang="en-US" sz="3200" dirty="0" err="1"/>
            <a:t>Chọn</a:t>
          </a:r>
          <a:endParaRPr lang="en-US" sz="3200" dirty="0"/>
        </a:p>
        <a:p>
          <a:pPr algn="ctr"/>
          <a:r>
            <a:rPr lang="en-US" sz="3200" dirty="0" err="1"/>
            <a:t>Màu</a:t>
          </a:r>
          <a:endParaRPr lang="en-US" sz="3200" dirty="0"/>
        </a:p>
        <a:p>
          <a:pPr algn="ctr"/>
          <a:r>
            <a:rPr lang="en-US" sz="3200" dirty="0" err="1"/>
            <a:t>Điểm</a:t>
          </a:r>
          <a:endParaRPr lang="en-US" sz="3200" dirty="0"/>
        </a:p>
        <a:p>
          <a:pPr algn="ctr"/>
          <a:r>
            <a:rPr lang="en-US" sz="3200" dirty="0" err="1"/>
            <a:t>Nhấn</a:t>
          </a:r>
          <a:endParaRPr lang="en-US" sz="3200" dirty="0"/>
        </a:p>
      </dgm:t>
    </dgm:pt>
    <dgm:pt modelId="{BD73D6BC-31F9-4A40-8A4E-64C95EF4DDF0}" type="parTrans" cxnId="{479C526D-1A6D-4E7B-8174-773ABB99B171}">
      <dgm:prSet/>
      <dgm:spPr/>
      <dgm:t>
        <a:bodyPr/>
        <a:lstStyle/>
        <a:p>
          <a:endParaRPr lang="en-US"/>
        </a:p>
      </dgm:t>
    </dgm:pt>
    <dgm:pt modelId="{AD19F663-007E-4A7E-9324-26C23C3C1C02}" type="sibTrans" cxnId="{479C526D-1A6D-4E7B-8174-773ABB99B171}">
      <dgm:prSet/>
      <dgm:spPr/>
      <dgm:t>
        <a:bodyPr/>
        <a:lstStyle/>
        <a:p>
          <a:endParaRPr lang="en-US"/>
        </a:p>
      </dgm:t>
    </dgm:pt>
    <dgm:pt modelId="{A57FAF8A-0A9B-4D20-B568-B58ED3F500F4}">
      <dgm:prSet phldrT="[Text]"/>
      <dgm:spPr/>
      <dgm:t>
        <a:bodyPr/>
        <a:lstStyle/>
        <a:p>
          <a:r>
            <a:rPr lang="en-US" dirty="0"/>
            <a:t>03</a:t>
          </a:r>
        </a:p>
      </dgm:t>
    </dgm:pt>
    <dgm:pt modelId="{FEF7EB28-D60D-4892-8529-1E5EFE4C7E63}" type="parTrans" cxnId="{CBF9348C-E548-4150-A23D-A7A41359E516}">
      <dgm:prSet/>
      <dgm:spPr/>
      <dgm:t>
        <a:bodyPr/>
        <a:lstStyle/>
        <a:p>
          <a:endParaRPr lang="en-US"/>
        </a:p>
      </dgm:t>
    </dgm:pt>
    <dgm:pt modelId="{2F780FA4-9CD8-4323-ABD1-3F878E686687}" type="sibTrans" cxnId="{CBF9348C-E548-4150-A23D-A7A41359E516}">
      <dgm:prSet/>
      <dgm:spPr/>
      <dgm:t>
        <a:bodyPr/>
        <a:lstStyle/>
        <a:p>
          <a:endParaRPr lang="en-US"/>
        </a:p>
      </dgm:t>
    </dgm:pt>
    <dgm:pt modelId="{7191CB9E-5CC6-4895-ABD8-07A096F02414}">
      <dgm:prSet phldrT="[Text]" custT="1"/>
      <dgm:spPr/>
      <dgm:t>
        <a:bodyPr/>
        <a:lstStyle/>
        <a:p>
          <a:pPr algn="ctr"/>
          <a:r>
            <a:rPr lang="en-US" sz="3200" dirty="0" err="1"/>
            <a:t>Chọn</a:t>
          </a:r>
          <a:endParaRPr lang="en-US" sz="3200" dirty="0"/>
        </a:p>
        <a:p>
          <a:pPr algn="ctr"/>
          <a:r>
            <a:rPr lang="en-US" sz="3200" dirty="0" err="1"/>
            <a:t>Màu</a:t>
          </a:r>
          <a:endParaRPr lang="en-US" sz="3200" dirty="0"/>
        </a:p>
        <a:p>
          <a:pPr algn="ctr"/>
          <a:r>
            <a:rPr lang="en-US" sz="3200" dirty="0" err="1"/>
            <a:t>Nền</a:t>
          </a:r>
          <a:endParaRPr lang="en-US" sz="3200" dirty="0"/>
        </a:p>
      </dgm:t>
    </dgm:pt>
    <dgm:pt modelId="{AE0CEE6E-41D7-47DE-BB6F-BBF774E91DFA}" type="parTrans" cxnId="{1EDD88F4-D8E8-4B7D-A7D1-FCA437535FF7}">
      <dgm:prSet/>
      <dgm:spPr/>
      <dgm:t>
        <a:bodyPr/>
        <a:lstStyle/>
        <a:p>
          <a:endParaRPr lang="en-US"/>
        </a:p>
      </dgm:t>
    </dgm:pt>
    <dgm:pt modelId="{C0122FD0-2181-4F06-AC20-E117DDCDE4B9}" type="sibTrans" cxnId="{1EDD88F4-D8E8-4B7D-A7D1-FCA437535FF7}">
      <dgm:prSet/>
      <dgm:spPr/>
      <dgm:t>
        <a:bodyPr/>
        <a:lstStyle/>
        <a:p>
          <a:endParaRPr lang="en-US"/>
        </a:p>
      </dgm:t>
    </dgm:pt>
    <dgm:pt modelId="{2878F899-A14F-441E-B62D-C8A31D0713F5}" type="pres">
      <dgm:prSet presAssocID="{BE04100C-51AA-4E23-94D1-EB81E6AC492A}" presName="Name0" presStyleCnt="0">
        <dgm:presLayoutVars>
          <dgm:dir/>
          <dgm:animLvl val="lvl"/>
          <dgm:resizeHandles val="exact"/>
        </dgm:presLayoutVars>
      </dgm:prSet>
      <dgm:spPr/>
    </dgm:pt>
    <dgm:pt modelId="{CBD5ECC9-891D-4673-9337-5C03A44D7619}" type="pres">
      <dgm:prSet presAssocID="{31F511AC-A5BD-4E4D-800E-9BD4B40B9C49}" presName="compositeNode" presStyleCnt="0">
        <dgm:presLayoutVars>
          <dgm:bulletEnabled val="1"/>
        </dgm:presLayoutVars>
      </dgm:prSet>
      <dgm:spPr/>
    </dgm:pt>
    <dgm:pt modelId="{4D6FBC31-078E-4F32-B666-235E077D86F5}" type="pres">
      <dgm:prSet presAssocID="{31F511AC-A5BD-4E4D-800E-9BD4B40B9C49}" presName="bgRect" presStyleLbl="node1" presStyleIdx="0" presStyleCnt="3" custScaleY="140756"/>
      <dgm:spPr/>
    </dgm:pt>
    <dgm:pt modelId="{0DD6FC99-F763-4432-8DFE-564F45182ACD}" type="pres">
      <dgm:prSet presAssocID="{31F511AC-A5BD-4E4D-800E-9BD4B40B9C49}" presName="parentNode" presStyleLbl="node1" presStyleIdx="0" presStyleCnt="3">
        <dgm:presLayoutVars>
          <dgm:chMax val="0"/>
          <dgm:bulletEnabled val="1"/>
        </dgm:presLayoutVars>
      </dgm:prSet>
      <dgm:spPr/>
    </dgm:pt>
    <dgm:pt modelId="{9837E687-8489-4082-AEE8-3288E227A628}" type="pres">
      <dgm:prSet presAssocID="{31F511AC-A5BD-4E4D-800E-9BD4B40B9C49}" presName="childNode" presStyleLbl="node1" presStyleIdx="0" presStyleCnt="3">
        <dgm:presLayoutVars>
          <dgm:bulletEnabled val="1"/>
        </dgm:presLayoutVars>
      </dgm:prSet>
      <dgm:spPr/>
    </dgm:pt>
    <dgm:pt modelId="{76B6F14B-8A94-457F-852D-5FF6F050D513}" type="pres">
      <dgm:prSet presAssocID="{6C6F75CE-52EA-4DEE-8045-CFD16EB7CC08}" presName="hSp" presStyleCnt="0"/>
      <dgm:spPr/>
    </dgm:pt>
    <dgm:pt modelId="{94E54E53-E1DE-4469-B7FF-BBF89AF0790A}" type="pres">
      <dgm:prSet presAssocID="{6C6F75CE-52EA-4DEE-8045-CFD16EB7CC08}" presName="vProcSp" presStyleCnt="0"/>
      <dgm:spPr/>
    </dgm:pt>
    <dgm:pt modelId="{DB4EF7BC-CBC6-4CF3-9679-14B6BC3A091D}" type="pres">
      <dgm:prSet presAssocID="{6C6F75CE-52EA-4DEE-8045-CFD16EB7CC08}" presName="vSp1" presStyleCnt="0"/>
      <dgm:spPr/>
    </dgm:pt>
    <dgm:pt modelId="{858CA416-A546-4AC9-B617-0AD390C1FBF9}" type="pres">
      <dgm:prSet presAssocID="{6C6F75CE-52EA-4DEE-8045-CFD16EB7CC08}" presName="simulatedConn" presStyleLbl="solidFgAcc1" presStyleIdx="0" presStyleCnt="2" custLinFactY="162050" custLinFactNeighborX="-12017" custLinFactNeighborY="200000"/>
      <dgm:spPr/>
    </dgm:pt>
    <dgm:pt modelId="{D96552B4-1EB2-4A7B-8F97-4DB8D1056208}" type="pres">
      <dgm:prSet presAssocID="{6C6F75CE-52EA-4DEE-8045-CFD16EB7CC08}" presName="vSp2" presStyleCnt="0"/>
      <dgm:spPr/>
    </dgm:pt>
    <dgm:pt modelId="{602315FA-D04C-44C5-8BAA-20054D62538D}" type="pres">
      <dgm:prSet presAssocID="{6C6F75CE-52EA-4DEE-8045-CFD16EB7CC08}" presName="sibTrans" presStyleCnt="0"/>
      <dgm:spPr/>
    </dgm:pt>
    <dgm:pt modelId="{66031593-3072-469D-8A42-03001BBE4173}" type="pres">
      <dgm:prSet presAssocID="{817175BF-22B0-46CB-AE3B-5BE885303150}" presName="compositeNode" presStyleCnt="0">
        <dgm:presLayoutVars>
          <dgm:bulletEnabled val="1"/>
        </dgm:presLayoutVars>
      </dgm:prSet>
      <dgm:spPr/>
    </dgm:pt>
    <dgm:pt modelId="{CA9BA342-6493-4296-B519-E59A0C4F368D}" type="pres">
      <dgm:prSet presAssocID="{817175BF-22B0-46CB-AE3B-5BE885303150}" presName="bgRect" presStyleLbl="node1" presStyleIdx="1" presStyleCnt="3" custScaleY="140756"/>
      <dgm:spPr/>
    </dgm:pt>
    <dgm:pt modelId="{E289B838-6D3B-477F-B1BD-F9B291813D2C}" type="pres">
      <dgm:prSet presAssocID="{817175BF-22B0-46CB-AE3B-5BE885303150}" presName="parentNode" presStyleLbl="node1" presStyleIdx="1" presStyleCnt="3">
        <dgm:presLayoutVars>
          <dgm:chMax val="0"/>
          <dgm:bulletEnabled val="1"/>
        </dgm:presLayoutVars>
      </dgm:prSet>
      <dgm:spPr/>
    </dgm:pt>
    <dgm:pt modelId="{839AFD3B-0C88-4E99-AF56-3139AA58C813}" type="pres">
      <dgm:prSet presAssocID="{817175BF-22B0-46CB-AE3B-5BE885303150}" presName="childNode" presStyleLbl="node1" presStyleIdx="1" presStyleCnt="3">
        <dgm:presLayoutVars>
          <dgm:bulletEnabled val="1"/>
        </dgm:presLayoutVars>
      </dgm:prSet>
      <dgm:spPr/>
    </dgm:pt>
    <dgm:pt modelId="{8B3ECACF-6A5E-462B-B46F-6D8B373FF11F}" type="pres">
      <dgm:prSet presAssocID="{2F78C26F-683D-4F0C-AE9A-732B07F205B0}" presName="hSp" presStyleCnt="0"/>
      <dgm:spPr/>
    </dgm:pt>
    <dgm:pt modelId="{925B713A-A549-41F0-BC2B-E453CAA1368B}" type="pres">
      <dgm:prSet presAssocID="{2F78C26F-683D-4F0C-AE9A-732B07F205B0}" presName="vProcSp" presStyleCnt="0"/>
      <dgm:spPr/>
    </dgm:pt>
    <dgm:pt modelId="{2661D94F-6010-4227-A064-9F4CF14B6059}" type="pres">
      <dgm:prSet presAssocID="{2F78C26F-683D-4F0C-AE9A-732B07F205B0}" presName="vSp1" presStyleCnt="0"/>
      <dgm:spPr/>
    </dgm:pt>
    <dgm:pt modelId="{57FA291C-3B74-4E87-B09D-2485446F8F66}" type="pres">
      <dgm:prSet presAssocID="{2F78C26F-683D-4F0C-AE9A-732B07F205B0}" presName="simulatedConn" presStyleLbl="solidFgAcc1" presStyleIdx="1" presStyleCnt="2" custLinFactY="155240" custLinFactNeighborY="200000"/>
      <dgm:spPr/>
    </dgm:pt>
    <dgm:pt modelId="{A7D9B48E-75C3-4048-B246-C64F43DE409B}" type="pres">
      <dgm:prSet presAssocID="{2F78C26F-683D-4F0C-AE9A-732B07F205B0}" presName="vSp2" presStyleCnt="0"/>
      <dgm:spPr/>
    </dgm:pt>
    <dgm:pt modelId="{43F500FE-E0DA-4283-A4DE-2E827C1859C8}" type="pres">
      <dgm:prSet presAssocID="{2F78C26F-683D-4F0C-AE9A-732B07F205B0}" presName="sibTrans" presStyleCnt="0"/>
      <dgm:spPr/>
    </dgm:pt>
    <dgm:pt modelId="{E0117E5E-A1FF-49D0-9195-F37BAE1D4CAD}" type="pres">
      <dgm:prSet presAssocID="{A57FAF8A-0A9B-4D20-B568-B58ED3F500F4}" presName="compositeNode" presStyleCnt="0">
        <dgm:presLayoutVars>
          <dgm:bulletEnabled val="1"/>
        </dgm:presLayoutVars>
      </dgm:prSet>
      <dgm:spPr/>
    </dgm:pt>
    <dgm:pt modelId="{81CDC868-C033-4566-A797-9940310B1EBF}" type="pres">
      <dgm:prSet presAssocID="{A57FAF8A-0A9B-4D20-B568-B58ED3F500F4}" presName="bgRect" presStyleLbl="node1" presStyleIdx="2" presStyleCnt="3" custScaleY="140756"/>
      <dgm:spPr/>
    </dgm:pt>
    <dgm:pt modelId="{C0EE9867-1E66-4AF8-9FBC-AF18D58341DC}" type="pres">
      <dgm:prSet presAssocID="{A57FAF8A-0A9B-4D20-B568-B58ED3F500F4}" presName="parentNode" presStyleLbl="node1" presStyleIdx="2" presStyleCnt="3">
        <dgm:presLayoutVars>
          <dgm:chMax val="0"/>
          <dgm:bulletEnabled val="1"/>
        </dgm:presLayoutVars>
      </dgm:prSet>
      <dgm:spPr/>
    </dgm:pt>
    <dgm:pt modelId="{33E623F0-EC70-410B-8002-8D00E8145661}" type="pres">
      <dgm:prSet presAssocID="{A57FAF8A-0A9B-4D20-B568-B58ED3F500F4}" presName="childNode" presStyleLbl="node1" presStyleIdx="2" presStyleCnt="3">
        <dgm:presLayoutVars>
          <dgm:bulletEnabled val="1"/>
        </dgm:presLayoutVars>
      </dgm:prSet>
      <dgm:spPr/>
    </dgm:pt>
  </dgm:ptLst>
  <dgm:cxnLst>
    <dgm:cxn modelId="{082BC704-B28B-4384-A6BB-D816092B5D95}" type="presOf" srcId="{31F511AC-A5BD-4E4D-800E-9BD4B40B9C49}" destId="{4D6FBC31-078E-4F32-B666-235E077D86F5}" srcOrd="0" destOrd="0" presId="urn:microsoft.com/office/officeart/2005/8/layout/hProcess7"/>
    <dgm:cxn modelId="{2987C80F-F301-44C9-B9CE-652E0BC2F3A8}" type="presOf" srcId="{817175BF-22B0-46CB-AE3B-5BE885303150}" destId="{E289B838-6D3B-477F-B1BD-F9B291813D2C}" srcOrd="1" destOrd="0" presId="urn:microsoft.com/office/officeart/2005/8/layout/hProcess7"/>
    <dgm:cxn modelId="{7B60B216-9C7A-45F5-B319-1257F8E8AF4D}" srcId="{BE04100C-51AA-4E23-94D1-EB81E6AC492A}" destId="{817175BF-22B0-46CB-AE3B-5BE885303150}" srcOrd="1" destOrd="0" parTransId="{D359C38D-3CAB-4F12-A38E-B301D73EC674}" sibTransId="{2F78C26F-683D-4F0C-AE9A-732B07F205B0}"/>
    <dgm:cxn modelId="{568C2D1C-483A-44B3-BD84-047E14C098B3}" type="presOf" srcId="{16FD4925-5AD1-45E3-82D3-177C1925580A}" destId="{9837E687-8489-4082-AEE8-3288E227A628}" srcOrd="0" destOrd="0" presId="urn:microsoft.com/office/officeart/2005/8/layout/hProcess7"/>
    <dgm:cxn modelId="{B6C70534-FB90-4993-9E44-C6193043A891}" type="presOf" srcId="{BE04100C-51AA-4E23-94D1-EB81E6AC492A}" destId="{2878F899-A14F-441E-B62D-C8A31D0713F5}" srcOrd="0" destOrd="0" presId="urn:microsoft.com/office/officeart/2005/8/layout/hProcess7"/>
    <dgm:cxn modelId="{1636E837-6F4C-41EE-8A75-1D8B3CFFEF56}" type="presOf" srcId="{A57FAF8A-0A9B-4D20-B568-B58ED3F500F4}" destId="{81CDC868-C033-4566-A797-9940310B1EBF}" srcOrd="0" destOrd="0" presId="urn:microsoft.com/office/officeart/2005/8/layout/hProcess7"/>
    <dgm:cxn modelId="{4FD4CC3C-1C13-4B87-8A15-4B29CC839305}" type="presOf" srcId="{95F1556B-00DF-447A-ABD5-944FF0DE89F0}" destId="{839AFD3B-0C88-4E99-AF56-3139AA58C813}" srcOrd="0" destOrd="0" presId="urn:microsoft.com/office/officeart/2005/8/layout/hProcess7"/>
    <dgm:cxn modelId="{81569655-03A0-4E56-8D32-5A6E88E82C7D}" type="presOf" srcId="{7191CB9E-5CC6-4895-ABD8-07A096F02414}" destId="{33E623F0-EC70-410B-8002-8D00E8145661}" srcOrd="0" destOrd="0" presId="urn:microsoft.com/office/officeart/2005/8/layout/hProcess7"/>
    <dgm:cxn modelId="{F0D43F56-1021-4F93-A8DB-0DE4022EE836}" type="presOf" srcId="{A57FAF8A-0A9B-4D20-B568-B58ED3F500F4}" destId="{C0EE9867-1E66-4AF8-9FBC-AF18D58341DC}" srcOrd="1" destOrd="0" presId="urn:microsoft.com/office/officeart/2005/8/layout/hProcess7"/>
    <dgm:cxn modelId="{7CC7B55C-B4A6-4B2C-8CD8-3A4160E6B655}" type="presOf" srcId="{817175BF-22B0-46CB-AE3B-5BE885303150}" destId="{CA9BA342-6493-4296-B519-E59A0C4F368D}" srcOrd="0" destOrd="0" presId="urn:microsoft.com/office/officeart/2005/8/layout/hProcess7"/>
    <dgm:cxn modelId="{479C526D-1A6D-4E7B-8174-773ABB99B171}" srcId="{817175BF-22B0-46CB-AE3B-5BE885303150}" destId="{95F1556B-00DF-447A-ABD5-944FF0DE89F0}" srcOrd="0" destOrd="0" parTransId="{BD73D6BC-31F9-4A40-8A4E-64C95EF4DDF0}" sibTransId="{AD19F663-007E-4A7E-9324-26C23C3C1C02}"/>
    <dgm:cxn modelId="{42023D7F-86E9-4F8B-8080-FAF82E4D2539}" srcId="{31F511AC-A5BD-4E4D-800E-9BD4B40B9C49}" destId="{16FD4925-5AD1-45E3-82D3-177C1925580A}" srcOrd="0" destOrd="0" parTransId="{70E402BD-4301-4A9F-A9B5-A3D32920B384}" sibTransId="{CCB91A55-86AA-4AC3-B5C2-1279B2B2EA01}"/>
    <dgm:cxn modelId="{CBF9348C-E548-4150-A23D-A7A41359E516}" srcId="{BE04100C-51AA-4E23-94D1-EB81E6AC492A}" destId="{A57FAF8A-0A9B-4D20-B568-B58ED3F500F4}" srcOrd="2" destOrd="0" parTransId="{FEF7EB28-D60D-4892-8529-1E5EFE4C7E63}" sibTransId="{2F780FA4-9CD8-4323-ABD1-3F878E686687}"/>
    <dgm:cxn modelId="{52B561AB-3250-4BBE-A21F-F8D6BB25D8E1}" type="presOf" srcId="{31F511AC-A5BD-4E4D-800E-9BD4B40B9C49}" destId="{0DD6FC99-F763-4432-8DFE-564F45182ACD}" srcOrd="1" destOrd="0" presId="urn:microsoft.com/office/officeart/2005/8/layout/hProcess7"/>
    <dgm:cxn modelId="{180E3ACE-92EA-419C-AE68-1A5A4E699532}" srcId="{BE04100C-51AA-4E23-94D1-EB81E6AC492A}" destId="{31F511AC-A5BD-4E4D-800E-9BD4B40B9C49}" srcOrd="0" destOrd="0" parTransId="{023C6C96-3FD3-4290-BFF5-5D5FCD86DCD1}" sibTransId="{6C6F75CE-52EA-4DEE-8045-CFD16EB7CC08}"/>
    <dgm:cxn modelId="{1EDD88F4-D8E8-4B7D-A7D1-FCA437535FF7}" srcId="{A57FAF8A-0A9B-4D20-B568-B58ED3F500F4}" destId="{7191CB9E-5CC6-4895-ABD8-07A096F02414}" srcOrd="0" destOrd="0" parTransId="{AE0CEE6E-41D7-47DE-BB6F-BBF774E91DFA}" sibTransId="{C0122FD0-2181-4F06-AC20-E117DDCDE4B9}"/>
    <dgm:cxn modelId="{94E4F72A-7033-4986-8E90-BA85054AEACF}" type="presParOf" srcId="{2878F899-A14F-441E-B62D-C8A31D0713F5}" destId="{CBD5ECC9-891D-4673-9337-5C03A44D7619}" srcOrd="0" destOrd="0" presId="urn:microsoft.com/office/officeart/2005/8/layout/hProcess7"/>
    <dgm:cxn modelId="{94714E14-5EA6-4ECE-9784-103A84757CBE}" type="presParOf" srcId="{CBD5ECC9-891D-4673-9337-5C03A44D7619}" destId="{4D6FBC31-078E-4F32-B666-235E077D86F5}" srcOrd="0" destOrd="0" presId="urn:microsoft.com/office/officeart/2005/8/layout/hProcess7"/>
    <dgm:cxn modelId="{7DC868D2-F4A7-4622-AC70-11E261C8A716}" type="presParOf" srcId="{CBD5ECC9-891D-4673-9337-5C03A44D7619}" destId="{0DD6FC99-F763-4432-8DFE-564F45182ACD}" srcOrd="1" destOrd="0" presId="urn:microsoft.com/office/officeart/2005/8/layout/hProcess7"/>
    <dgm:cxn modelId="{5582EA28-F830-4B2A-B984-8D867B9D9B87}" type="presParOf" srcId="{CBD5ECC9-891D-4673-9337-5C03A44D7619}" destId="{9837E687-8489-4082-AEE8-3288E227A628}" srcOrd="2" destOrd="0" presId="urn:microsoft.com/office/officeart/2005/8/layout/hProcess7"/>
    <dgm:cxn modelId="{D4239731-30E5-446F-81D1-56A99CF5D347}" type="presParOf" srcId="{2878F899-A14F-441E-B62D-C8A31D0713F5}" destId="{76B6F14B-8A94-457F-852D-5FF6F050D513}" srcOrd="1" destOrd="0" presId="urn:microsoft.com/office/officeart/2005/8/layout/hProcess7"/>
    <dgm:cxn modelId="{02843024-E947-43C3-82F6-16C27F027AB2}" type="presParOf" srcId="{2878F899-A14F-441E-B62D-C8A31D0713F5}" destId="{94E54E53-E1DE-4469-B7FF-BBF89AF0790A}" srcOrd="2" destOrd="0" presId="urn:microsoft.com/office/officeart/2005/8/layout/hProcess7"/>
    <dgm:cxn modelId="{FB9557CC-5493-4226-80FE-1230E14AC2B7}" type="presParOf" srcId="{94E54E53-E1DE-4469-B7FF-BBF89AF0790A}" destId="{DB4EF7BC-CBC6-4CF3-9679-14B6BC3A091D}" srcOrd="0" destOrd="0" presId="urn:microsoft.com/office/officeart/2005/8/layout/hProcess7"/>
    <dgm:cxn modelId="{50E57C7A-BA1F-4B1F-AC4F-F991D2F4A7CB}" type="presParOf" srcId="{94E54E53-E1DE-4469-B7FF-BBF89AF0790A}" destId="{858CA416-A546-4AC9-B617-0AD390C1FBF9}" srcOrd="1" destOrd="0" presId="urn:microsoft.com/office/officeart/2005/8/layout/hProcess7"/>
    <dgm:cxn modelId="{63CF4A03-A010-4C31-8298-69C54FA76979}" type="presParOf" srcId="{94E54E53-E1DE-4469-B7FF-BBF89AF0790A}" destId="{D96552B4-1EB2-4A7B-8F97-4DB8D1056208}" srcOrd="2" destOrd="0" presId="urn:microsoft.com/office/officeart/2005/8/layout/hProcess7"/>
    <dgm:cxn modelId="{8EB4E9DF-AB34-4279-A66C-814ADC5CB567}" type="presParOf" srcId="{2878F899-A14F-441E-B62D-C8A31D0713F5}" destId="{602315FA-D04C-44C5-8BAA-20054D62538D}" srcOrd="3" destOrd="0" presId="urn:microsoft.com/office/officeart/2005/8/layout/hProcess7"/>
    <dgm:cxn modelId="{C93541BF-A5B5-48D2-B036-E67F6A3E3B34}" type="presParOf" srcId="{2878F899-A14F-441E-B62D-C8A31D0713F5}" destId="{66031593-3072-469D-8A42-03001BBE4173}" srcOrd="4" destOrd="0" presId="urn:microsoft.com/office/officeart/2005/8/layout/hProcess7"/>
    <dgm:cxn modelId="{F1237F33-DB36-4F5F-A601-74CD76A243F8}" type="presParOf" srcId="{66031593-3072-469D-8A42-03001BBE4173}" destId="{CA9BA342-6493-4296-B519-E59A0C4F368D}" srcOrd="0" destOrd="0" presId="urn:microsoft.com/office/officeart/2005/8/layout/hProcess7"/>
    <dgm:cxn modelId="{BF28F3CA-3857-4C57-99B3-E0ECF37D19F6}" type="presParOf" srcId="{66031593-3072-469D-8A42-03001BBE4173}" destId="{E289B838-6D3B-477F-B1BD-F9B291813D2C}" srcOrd="1" destOrd="0" presId="urn:microsoft.com/office/officeart/2005/8/layout/hProcess7"/>
    <dgm:cxn modelId="{F57A655A-EF29-4616-B8CF-38872E752EDE}" type="presParOf" srcId="{66031593-3072-469D-8A42-03001BBE4173}" destId="{839AFD3B-0C88-4E99-AF56-3139AA58C813}" srcOrd="2" destOrd="0" presId="urn:microsoft.com/office/officeart/2005/8/layout/hProcess7"/>
    <dgm:cxn modelId="{AC568E9D-DBA5-43FD-A47A-59DF954FD502}" type="presParOf" srcId="{2878F899-A14F-441E-B62D-C8A31D0713F5}" destId="{8B3ECACF-6A5E-462B-B46F-6D8B373FF11F}" srcOrd="5" destOrd="0" presId="urn:microsoft.com/office/officeart/2005/8/layout/hProcess7"/>
    <dgm:cxn modelId="{AEE04AA4-278A-47A5-BD46-FA3BF2FE14D1}" type="presParOf" srcId="{2878F899-A14F-441E-B62D-C8A31D0713F5}" destId="{925B713A-A549-41F0-BC2B-E453CAA1368B}" srcOrd="6" destOrd="0" presId="urn:microsoft.com/office/officeart/2005/8/layout/hProcess7"/>
    <dgm:cxn modelId="{B2CC2473-656A-40DE-9A4A-46C7CBF2D439}" type="presParOf" srcId="{925B713A-A549-41F0-BC2B-E453CAA1368B}" destId="{2661D94F-6010-4227-A064-9F4CF14B6059}" srcOrd="0" destOrd="0" presId="urn:microsoft.com/office/officeart/2005/8/layout/hProcess7"/>
    <dgm:cxn modelId="{1491180F-9323-49E4-A6E0-27ECAD80855C}" type="presParOf" srcId="{925B713A-A549-41F0-BC2B-E453CAA1368B}" destId="{57FA291C-3B74-4E87-B09D-2485446F8F66}" srcOrd="1" destOrd="0" presId="urn:microsoft.com/office/officeart/2005/8/layout/hProcess7"/>
    <dgm:cxn modelId="{5DF123E0-6223-4885-BCF2-6ABCB000F2CD}" type="presParOf" srcId="{925B713A-A549-41F0-BC2B-E453CAA1368B}" destId="{A7D9B48E-75C3-4048-B246-C64F43DE409B}" srcOrd="2" destOrd="0" presId="urn:microsoft.com/office/officeart/2005/8/layout/hProcess7"/>
    <dgm:cxn modelId="{E70B7F78-EB54-4F52-A8F8-EF33BB80C183}" type="presParOf" srcId="{2878F899-A14F-441E-B62D-C8A31D0713F5}" destId="{43F500FE-E0DA-4283-A4DE-2E827C1859C8}" srcOrd="7" destOrd="0" presId="urn:microsoft.com/office/officeart/2005/8/layout/hProcess7"/>
    <dgm:cxn modelId="{F9D64902-9F62-44FC-A47E-7968286328CB}" type="presParOf" srcId="{2878F899-A14F-441E-B62D-C8A31D0713F5}" destId="{E0117E5E-A1FF-49D0-9195-F37BAE1D4CAD}" srcOrd="8" destOrd="0" presId="urn:microsoft.com/office/officeart/2005/8/layout/hProcess7"/>
    <dgm:cxn modelId="{6D066087-08A2-451C-AD30-70378E599FE6}" type="presParOf" srcId="{E0117E5E-A1FF-49D0-9195-F37BAE1D4CAD}" destId="{81CDC868-C033-4566-A797-9940310B1EBF}" srcOrd="0" destOrd="0" presId="urn:microsoft.com/office/officeart/2005/8/layout/hProcess7"/>
    <dgm:cxn modelId="{BA1ED6D5-2653-472A-B6B2-B7193283AAC5}" type="presParOf" srcId="{E0117E5E-A1FF-49D0-9195-F37BAE1D4CAD}" destId="{C0EE9867-1E66-4AF8-9FBC-AF18D58341DC}" srcOrd="1" destOrd="0" presId="urn:microsoft.com/office/officeart/2005/8/layout/hProcess7"/>
    <dgm:cxn modelId="{81E39542-897F-487E-9857-E8B8DF0B9B51}" type="presParOf" srcId="{E0117E5E-A1FF-49D0-9195-F37BAE1D4CAD}" destId="{33E623F0-EC70-410B-8002-8D00E8145661}" srcOrd="2" destOrd="0" presId="urn:microsoft.com/office/officeart/2005/8/layout/hProcess7"/>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D6FBC31-078E-4F32-B666-235E077D86F5}">
      <dsp:nvSpPr>
        <dsp:cNvPr id="0" name=""/>
        <dsp:cNvSpPr/>
      </dsp:nvSpPr>
      <dsp:spPr>
        <a:xfrm>
          <a:off x="416" y="903638"/>
          <a:ext cx="1790334" cy="3024003"/>
        </a:xfrm>
        <a:prstGeom prst="roundRect">
          <a:avLst>
            <a:gd name="adj" fmla="val 5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0" tIns="72009" rIns="93345" bIns="0" numCol="1" spcCol="1270" anchor="t" anchorCtr="0">
          <a:noAutofit/>
        </a:bodyPr>
        <a:lstStyle/>
        <a:p>
          <a:pPr marL="0" lvl="0" indent="0" algn="r" defTabSz="933450">
            <a:lnSpc>
              <a:spcPct val="90000"/>
            </a:lnSpc>
            <a:spcBef>
              <a:spcPct val="0"/>
            </a:spcBef>
            <a:spcAft>
              <a:spcPct val="35000"/>
            </a:spcAft>
            <a:buNone/>
          </a:pPr>
          <a:r>
            <a:rPr lang="en-US" sz="2100" kern="1200" dirty="0"/>
            <a:t>01</a:t>
          </a:r>
        </a:p>
      </dsp:txBody>
      <dsp:txXfrm rot="16200000">
        <a:off x="-1060391" y="1964446"/>
        <a:ext cx="2479682" cy="358066"/>
      </dsp:txXfrm>
    </dsp:sp>
    <dsp:sp modelId="{9837E687-8489-4082-AEE8-3288E227A628}">
      <dsp:nvSpPr>
        <dsp:cNvPr id="0" name=""/>
        <dsp:cNvSpPr/>
      </dsp:nvSpPr>
      <dsp:spPr>
        <a:xfrm>
          <a:off x="358482" y="903638"/>
          <a:ext cx="1333798" cy="3024003"/>
        </a:xfrm>
        <a:prstGeom prst="rect">
          <a:avLst/>
        </a:prstGeom>
        <a:noFill/>
        <a:ln w="25400" cap="flat" cmpd="sng" algn="ctr">
          <a:noFill/>
          <a:prstDash val="solid"/>
        </a:ln>
        <a:effectLst/>
        <a:sp3d/>
      </dsp:spPr>
      <dsp:style>
        <a:lnRef idx="2">
          <a:scrgbClr r="0" g="0" b="0"/>
        </a:lnRef>
        <a:fillRef idx="1">
          <a:scrgbClr r="0" g="0" b="0"/>
        </a:fillRef>
        <a:effectRef idx="0">
          <a:scrgbClr r="0" g="0" b="0"/>
        </a:effectRef>
        <a:fontRef idx="minor">
          <a:schemeClr val="lt1"/>
        </a:fontRef>
      </dsp:style>
      <dsp:txBody>
        <a:bodyPr spcFirstLastPara="0" vert="horz" wrap="square" lIns="0" tIns="109728" rIns="0" bIns="0" numCol="1" spcCol="1270" anchor="t" anchorCtr="0">
          <a:noAutofit/>
        </a:bodyPr>
        <a:lstStyle/>
        <a:p>
          <a:pPr marL="0" lvl="0" indent="0" algn="ctr" defTabSz="1422400">
            <a:lnSpc>
              <a:spcPct val="90000"/>
            </a:lnSpc>
            <a:spcBef>
              <a:spcPct val="0"/>
            </a:spcBef>
            <a:spcAft>
              <a:spcPct val="35000"/>
            </a:spcAft>
            <a:buNone/>
          </a:pPr>
          <a:r>
            <a:rPr lang="en-US" sz="3200" kern="1200" dirty="0" err="1"/>
            <a:t>Chọn</a:t>
          </a:r>
          <a:endParaRPr lang="en-US" sz="3200" kern="1200" dirty="0"/>
        </a:p>
        <a:p>
          <a:pPr marL="0" lvl="0" indent="0" algn="ctr" defTabSz="1422400">
            <a:lnSpc>
              <a:spcPct val="90000"/>
            </a:lnSpc>
            <a:spcBef>
              <a:spcPct val="0"/>
            </a:spcBef>
            <a:spcAft>
              <a:spcPct val="35000"/>
            </a:spcAft>
            <a:buNone/>
          </a:pPr>
          <a:r>
            <a:rPr lang="en-US" sz="3200" kern="1200" dirty="0" err="1"/>
            <a:t>Màu</a:t>
          </a:r>
          <a:endParaRPr lang="en-US" sz="3200" kern="1200" dirty="0"/>
        </a:p>
        <a:p>
          <a:pPr marL="0" lvl="0" indent="0" algn="ctr" defTabSz="1422400">
            <a:lnSpc>
              <a:spcPct val="90000"/>
            </a:lnSpc>
            <a:spcBef>
              <a:spcPct val="0"/>
            </a:spcBef>
            <a:spcAft>
              <a:spcPct val="35000"/>
            </a:spcAft>
            <a:buNone/>
          </a:pPr>
          <a:r>
            <a:rPr lang="en-US" sz="3200" kern="1200" dirty="0" err="1"/>
            <a:t>Chủ</a:t>
          </a:r>
          <a:endParaRPr lang="en-US" sz="3200" kern="1200" dirty="0"/>
        </a:p>
        <a:p>
          <a:pPr marL="0" lvl="0" indent="0" algn="ctr" defTabSz="1422400">
            <a:lnSpc>
              <a:spcPct val="90000"/>
            </a:lnSpc>
            <a:spcBef>
              <a:spcPct val="0"/>
            </a:spcBef>
            <a:spcAft>
              <a:spcPct val="35000"/>
            </a:spcAft>
            <a:buNone/>
          </a:pPr>
          <a:r>
            <a:rPr lang="en-US" sz="3200" kern="1200" dirty="0" err="1"/>
            <a:t>Đạo</a:t>
          </a:r>
          <a:endParaRPr lang="en-US" sz="3200" kern="1200" dirty="0"/>
        </a:p>
      </dsp:txBody>
      <dsp:txXfrm>
        <a:off x="358482" y="903638"/>
        <a:ext cx="1333798" cy="3024003"/>
      </dsp:txXfrm>
    </dsp:sp>
    <dsp:sp modelId="{CA9BA342-6493-4296-B519-E59A0C4F368D}">
      <dsp:nvSpPr>
        <dsp:cNvPr id="0" name=""/>
        <dsp:cNvSpPr/>
      </dsp:nvSpPr>
      <dsp:spPr>
        <a:xfrm>
          <a:off x="1853411" y="903638"/>
          <a:ext cx="1790334" cy="3024003"/>
        </a:xfrm>
        <a:prstGeom prst="roundRect">
          <a:avLst>
            <a:gd name="adj" fmla="val 5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0" tIns="72009" rIns="93345" bIns="0" numCol="1" spcCol="1270" anchor="t" anchorCtr="0">
          <a:noAutofit/>
        </a:bodyPr>
        <a:lstStyle/>
        <a:p>
          <a:pPr marL="0" lvl="0" indent="0" algn="r" defTabSz="933450">
            <a:lnSpc>
              <a:spcPct val="90000"/>
            </a:lnSpc>
            <a:spcBef>
              <a:spcPct val="0"/>
            </a:spcBef>
            <a:spcAft>
              <a:spcPct val="35000"/>
            </a:spcAft>
            <a:buNone/>
          </a:pPr>
          <a:r>
            <a:rPr lang="en-US" sz="2100" kern="1200" dirty="0"/>
            <a:t>02</a:t>
          </a:r>
        </a:p>
      </dsp:txBody>
      <dsp:txXfrm rot="16200000">
        <a:off x="792603" y="1964446"/>
        <a:ext cx="2479682" cy="358066"/>
      </dsp:txXfrm>
    </dsp:sp>
    <dsp:sp modelId="{858CA416-A546-4AC9-B617-0AD390C1FBF9}">
      <dsp:nvSpPr>
        <dsp:cNvPr id="0" name=""/>
        <dsp:cNvSpPr/>
      </dsp:nvSpPr>
      <dsp:spPr>
        <a:xfrm rot="5400000">
          <a:off x="1672128" y="3419094"/>
          <a:ext cx="315926" cy="268550"/>
        </a:xfrm>
        <a:prstGeom prst="flowChartExtract">
          <a:avLst/>
        </a:prstGeom>
        <a:solidFill>
          <a:schemeClr val="l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839AFD3B-0C88-4E99-AF56-3139AA58C813}">
      <dsp:nvSpPr>
        <dsp:cNvPr id="0" name=""/>
        <dsp:cNvSpPr/>
      </dsp:nvSpPr>
      <dsp:spPr>
        <a:xfrm>
          <a:off x="2211478" y="903638"/>
          <a:ext cx="1333798" cy="3024003"/>
        </a:xfrm>
        <a:prstGeom prst="rect">
          <a:avLst/>
        </a:prstGeom>
        <a:noFill/>
        <a:ln w="25400" cap="flat" cmpd="sng" algn="ctr">
          <a:noFill/>
          <a:prstDash val="solid"/>
        </a:ln>
        <a:effectLst/>
        <a:sp3d/>
      </dsp:spPr>
      <dsp:style>
        <a:lnRef idx="2">
          <a:scrgbClr r="0" g="0" b="0"/>
        </a:lnRef>
        <a:fillRef idx="1">
          <a:scrgbClr r="0" g="0" b="0"/>
        </a:fillRef>
        <a:effectRef idx="0">
          <a:scrgbClr r="0" g="0" b="0"/>
        </a:effectRef>
        <a:fontRef idx="minor">
          <a:schemeClr val="lt1"/>
        </a:fontRef>
      </dsp:style>
      <dsp:txBody>
        <a:bodyPr spcFirstLastPara="0" vert="horz" wrap="square" lIns="0" tIns="109728" rIns="0" bIns="0" numCol="1" spcCol="1270" anchor="t" anchorCtr="0">
          <a:noAutofit/>
        </a:bodyPr>
        <a:lstStyle/>
        <a:p>
          <a:pPr marL="0" lvl="0" indent="0" algn="ctr" defTabSz="1422400">
            <a:lnSpc>
              <a:spcPct val="90000"/>
            </a:lnSpc>
            <a:spcBef>
              <a:spcPct val="0"/>
            </a:spcBef>
            <a:spcAft>
              <a:spcPct val="35000"/>
            </a:spcAft>
            <a:buNone/>
          </a:pPr>
          <a:r>
            <a:rPr lang="en-US" sz="3200" kern="1200" dirty="0" err="1"/>
            <a:t>Chọn</a:t>
          </a:r>
          <a:endParaRPr lang="en-US" sz="3200" kern="1200" dirty="0"/>
        </a:p>
        <a:p>
          <a:pPr marL="0" lvl="0" indent="0" algn="ctr" defTabSz="1422400">
            <a:lnSpc>
              <a:spcPct val="90000"/>
            </a:lnSpc>
            <a:spcBef>
              <a:spcPct val="0"/>
            </a:spcBef>
            <a:spcAft>
              <a:spcPct val="35000"/>
            </a:spcAft>
            <a:buNone/>
          </a:pPr>
          <a:r>
            <a:rPr lang="en-US" sz="3200" kern="1200" dirty="0" err="1"/>
            <a:t>Màu</a:t>
          </a:r>
          <a:endParaRPr lang="en-US" sz="3200" kern="1200" dirty="0"/>
        </a:p>
        <a:p>
          <a:pPr marL="0" lvl="0" indent="0" algn="ctr" defTabSz="1422400">
            <a:lnSpc>
              <a:spcPct val="90000"/>
            </a:lnSpc>
            <a:spcBef>
              <a:spcPct val="0"/>
            </a:spcBef>
            <a:spcAft>
              <a:spcPct val="35000"/>
            </a:spcAft>
            <a:buNone/>
          </a:pPr>
          <a:r>
            <a:rPr lang="en-US" sz="3200" kern="1200" dirty="0" err="1"/>
            <a:t>Điểm</a:t>
          </a:r>
          <a:endParaRPr lang="en-US" sz="3200" kern="1200" dirty="0"/>
        </a:p>
        <a:p>
          <a:pPr marL="0" lvl="0" indent="0" algn="ctr" defTabSz="1422400">
            <a:lnSpc>
              <a:spcPct val="90000"/>
            </a:lnSpc>
            <a:spcBef>
              <a:spcPct val="0"/>
            </a:spcBef>
            <a:spcAft>
              <a:spcPct val="35000"/>
            </a:spcAft>
            <a:buNone/>
          </a:pPr>
          <a:r>
            <a:rPr lang="en-US" sz="3200" kern="1200" dirty="0" err="1"/>
            <a:t>Nhấn</a:t>
          </a:r>
          <a:endParaRPr lang="en-US" sz="3200" kern="1200" dirty="0"/>
        </a:p>
      </dsp:txBody>
      <dsp:txXfrm>
        <a:off x="2211478" y="903638"/>
        <a:ext cx="1333798" cy="3024003"/>
      </dsp:txXfrm>
    </dsp:sp>
    <dsp:sp modelId="{81CDC868-C033-4566-A797-9940310B1EBF}">
      <dsp:nvSpPr>
        <dsp:cNvPr id="0" name=""/>
        <dsp:cNvSpPr/>
      </dsp:nvSpPr>
      <dsp:spPr>
        <a:xfrm>
          <a:off x="3706407" y="903638"/>
          <a:ext cx="1790334" cy="3024003"/>
        </a:xfrm>
        <a:prstGeom prst="roundRect">
          <a:avLst>
            <a:gd name="adj" fmla="val 5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0" tIns="72009" rIns="93345" bIns="0" numCol="1" spcCol="1270" anchor="t" anchorCtr="0">
          <a:noAutofit/>
        </a:bodyPr>
        <a:lstStyle/>
        <a:p>
          <a:pPr marL="0" lvl="0" indent="0" algn="r" defTabSz="933450">
            <a:lnSpc>
              <a:spcPct val="90000"/>
            </a:lnSpc>
            <a:spcBef>
              <a:spcPct val="0"/>
            </a:spcBef>
            <a:spcAft>
              <a:spcPct val="35000"/>
            </a:spcAft>
            <a:buNone/>
          </a:pPr>
          <a:r>
            <a:rPr lang="en-US" sz="2100" kern="1200" dirty="0"/>
            <a:t>03</a:t>
          </a:r>
        </a:p>
      </dsp:txBody>
      <dsp:txXfrm rot="16200000">
        <a:off x="2645599" y="1964446"/>
        <a:ext cx="2479682" cy="358066"/>
      </dsp:txXfrm>
    </dsp:sp>
    <dsp:sp modelId="{57FA291C-3B74-4E87-B09D-2485446F8F66}">
      <dsp:nvSpPr>
        <dsp:cNvPr id="0" name=""/>
        <dsp:cNvSpPr/>
      </dsp:nvSpPr>
      <dsp:spPr>
        <a:xfrm rot="5400000">
          <a:off x="3557396" y="3397579"/>
          <a:ext cx="315926" cy="268550"/>
        </a:xfrm>
        <a:prstGeom prst="flowChartExtract">
          <a:avLst/>
        </a:prstGeom>
        <a:solidFill>
          <a:schemeClr val="l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33E623F0-EC70-410B-8002-8D00E8145661}">
      <dsp:nvSpPr>
        <dsp:cNvPr id="0" name=""/>
        <dsp:cNvSpPr/>
      </dsp:nvSpPr>
      <dsp:spPr>
        <a:xfrm>
          <a:off x="4064474" y="903638"/>
          <a:ext cx="1333798" cy="3024003"/>
        </a:xfrm>
        <a:prstGeom prst="rect">
          <a:avLst/>
        </a:prstGeom>
        <a:noFill/>
        <a:ln w="25400" cap="flat" cmpd="sng" algn="ctr">
          <a:noFill/>
          <a:prstDash val="solid"/>
        </a:ln>
        <a:effectLst/>
        <a:sp3d/>
      </dsp:spPr>
      <dsp:style>
        <a:lnRef idx="2">
          <a:scrgbClr r="0" g="0" b="0"/>
        </a:lnRef>
        <a:fillRef idx="1">
          <a:scrgbClr r="0" g="0" b="0"/>
        </a:fillRef>
        <a:effectRef idx="0">
          <a:scrgbClr r="0" g="0" b="0"/>
        </a:effectRef>
        <a:fontRef idx="minor">
          <a:schemeClr val="lt1"/>
        </a:fontRef>
      </dsp:style>
      <dsp:txBody>
        <a:bodyPr spcFirstLastPara="0" vert="horz" wrap="square" lIns="0" tIns="109728" rIns="0" bIns="0" numCol="1" spcCol="1270" anchor="t" anchorCtr="0">
          <a:noAutofit/>
        </a:bodyPr>
        <a:lstStyle/>
        <a:p>
          <a:pPr marL="0" lvl="0" indent="0" algn="ctr" defTabSz="1422400">
            <a:lnSpc>
              <a:spcPct val="90000"/>
            </a:lnSpc>
            <a:spcBef>
              <a:spcPct val="0"/>
            </a:spcBef>
            <a:spcAft>
              <a:spcPct val="35000"/>
            </a:spcAft>
            <a:buNone/>
          </a:pPr>
          <a:r>
            <a:rPr lang="en-US" sz="3200" kern="1200" dirty="0" err="1"/>
            <a:t>Chọn</a:t>
          </a:r>
          <a:endParaRPr lang="en-US" sz="3200" kern="1200" dirty="0"/>
        </a:p>
        <a:p>
          <a:pPr marL="0" lvl="0" indent="0" algn="ctr" defTabSz="1422400">
            <a:lnSpc>
              <a:spcPct val="90000"/>
            </a:lnSpc>
            <a:spcBef>
              <a:spcPct val="0"/>
            </a:spcBef>
            <a:spcAft>
              <a:spcPct val="35000"/>
            </a:spcAft>
            <a:buNone/>
          </a:pPr>
          <a:r>
            <a:rPr lang="en-US" sz="3200" kern="1200" dirty="0" err="1"/>
            <a:t>Màu</a:t>
          </a:r>
          <a:endParaRPr lang="en-US" sz="3200" kern="1200" dirty="0"/>
        </a:p>
        <a:p>
          <a:pPr marL="0" lvl="0" indent="0" algn="ctr" defTabSz="1422400">
            <a:lnSpc>
              <a:spcPct val="90000"/>
            </a:lnSpc>
            <a:spcBef>
              <a:spcPct val="0"/>
            </a:spcBef>
            <a:spcAft>
              <a:spcPct val="35000"/>
            </a:spcAft>
            <a:buNone/>
          </a:pPr>
          <a:r>
            <a:rPr lang="en-US" sz="3200" kern="1200" dirty="0" err="1"/>
            <a:t>Nền</a:t>
          </a:r>
          <a:endParaRPr lang="en-US" sz="3200" kern="1200" dirty="0"/>
        </a:p>
      </dsp:txBody>
      <dsp:txXfrm>
        <a:off x="4064474" y="903638"/>
        <a:ext cx="1333798" cy="3024003"/>
      </dsp:txXfrm>
    </dsp:sp>
  </dsp:spTree>
</dsp:drawing>
</file>

<file path=ppt/diagrams/layout1.xml><?xml version="1.0" encoding="utf-8"?>
<dgm:layoutDef xmlns:dgm="http://schemas.openxmlformats.org/drawingml/2006/diagram" xmlns:a="http://schemas.openxmlformats.org/drawingml/2006/main" uniqueId="urn:microsoft.com/office/officeart/2005/8/layout/hProcess7">
  <dgm:title val=""/>
  <dgm:desc val=""/>
  <dgm:catLst>
    <dgm:cat type="process" pri="21000"/>
    <dgm:cat type="list" pri="90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Lst>
      <dgm:cxnLst>
        <dgm:cxn modelId="4" srcId="0" destId="1" srcOrd="0" destOrd="0"/>
        <dgm:cxn modelId="5" srcId="0" destId="2" srcOrd="1" destOrd="0"/>
        <dgm:cxn modelId="6" srcId="0" destId="3" srcOrd="2" destOrd="0"/>
        <dgm:cxn modelId="13" srcId="1" destId="11" srcOrd="0" destOrd="0"/>
        <dgm:cxn modelId="23" srcId="2" destId="21" srcOrd="0" destOrd="0"/>
        <dgm:cxn modelId="33" srcId="3" destId="3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L"/>
          <dgm:param type="nodeVertAlign" val="t"/>
        </dgm:alg>
      </dgm:if>
      <dgm:else name="Name3">
        <dgm:alg type="lin">
          <dgm:param type="linDir" val="fromR"/>
          <dgm:param type="nodeVertAlign" val="t"/>
        </dgm:alg>
      </dgm:else>
    </dgm:choose>
    <dgm:shape xmlns:r="http://schemas.openxmlformats.org/officeDocument/2006/relationships" r:blip="">
      <dgm:adjLst/>
    </dgm:shape>
    <dgm:presOf/>
    <dgm:constrLst>
      <dgm:constr type="h" for="ch" forName="compositeNode" refType="h"/>
      <dgm:constr type="w" for="ch" forName="compositeNode" refType="w"/>
      <dgm:constr type="w" for="ch" forName="hSp" refType="w" refFor="ch" refForName="compositeNode" fact="-0.035"/>
      <dgm:constr type="w" for="des" forName="simulatedConn" refType="w" refFor="ch" refForName="compositeNode" fact="0.15"/>
      <dgm:constr type="h" for="des" forName="simulatedConn" refType="w" refFor="des" refForName="simulatedConn"/>
      <dgm:constr type="h" for="des" forName="vSp1" refType="w" refFor="ch" refForName="compositeNode" fact="0.8"/>
      <dgm:constr type="h" for="des" forName="vSp2" refType="w" refFor="ch" refForName="compositeNode" fact="0.07"/>
      <dgm:constr type="w" for="ch" forName="vProcSp" refType="w" refFor="des" refForName="simulatedConn" op="equ"/>
      <dgm:constr type="h" for="ch" forName="vProcSp" refType="h" refFor="ch" refForName="compositeNode" op="equ"/>
      <dgm:constr type="w" for="ch" forName="sibTrans" refType="w" refFor="ch" refForName="compositeNode" fact="-0.08"/>
      <dgm:constr type="primFontSz" for="des" forName="parentNode" op="equ"/>
      <dgm:constr type="primFontSz" for="des" forName="childNode" op="equ"/>
    </dgm:constrLst>
    <dgm:ruleLst/>
    <dgm:forEach name="Name4" axis="ch" ptType="node">
      <dgm:layoutNode name="compositeNode">
        <dgm:varLst>
          <dgm:bulletEnabled val="1"/>
        </dgm:varLst>
        <dgm:alg type="composite"/>
        <dgm:choose name="Name5">
          <dgm:if name="Name6" func="var" arg="dir" op="equ" val="norm">
            <dgm:constrLst>
              <dgm:constr type="h" refType="w" op="lte" fact="1.2"/>
              <dgm:constr type="w" for="ch" forName="bgRect" refType="w"/>
              <dgm:constr type="h" for="ch" forName="bgRect" refType="h"/>
              <dgm:constr type="t" for="ch" forName="bgRect"/>
              <dgm:constr type="l" for="ch" forName="bgRect"/>
              <dgm:constr type="w" for="ch" forName="parentNode" refType="w" refFor="ch" refForName="bgRect" fact="0.2"/>
              <dgm:constr type="h" for="ch" forName="parentNode" refType="h" fact="0.82"/>
              <dgm:constr type="t" for="ch" forName="parentNode"/>
              <dgm:constr type="l" for="ch" forName="parentNode"/>
              <dgm:constr type="r" for="ch" forName="childNode" refType="r" refFor="ch" refForName="bgRect" fact="0.945"/>
              <dgm:constr type="h" for="ch" forName="childNode" refType="h" refFor="ch" refForName="bgRect" op="equ"/>
              <dgm:constr type="t" for="ch" forName="childNode"/>
              <dgm:constr type="l" for="ch" forName="childNode" refType="r" refFor="ch" refForName="parentNode"/>
            </dgm:constrLst>
          </dgm:if>
          <dgm:else name="Name7">
            <dgm:constrLst>
              <dgm:constr type="h" refType="w" op="lte" fact="1.2"/>
              <dgm:constr type="w" for="ch" forName="bgRect" refType="w"/>
              <dgm:constr type="h" for="ch" forName="bgRect" refType="h"/>
              <dgm:constr type="t" for="ch" forName="bgRect"/>
              <dgm:constr type="r" for="ch" forName="bgRect" refType="w"/>
              <dgm:constr type="w" for="ch" forName="parentNode" refType="w" refFor="ch" refForName="bgRect" fact="0.2"/>
              <dgm:constr type="h" for="ch" forName="parentNode" refType="h" fact="0.82"/>
              <dgm:constr type="t" for="ch" forName="parentNode"/>
              <dgm:constr type="r" for="ch" forName="parentNode" refType="w"/>
              <dgm:constr type="h" for="ch" forName="childNode" refType="h" refFor="ch" refForName="bgRect"/>
              <dgm:constr type="t" for="ch" forName="childNode"/>
              <dgm:constr type="r" for="ch" forName="childNode" refType="l" refFor="ch" refForName="parentNode"/>
              <dgm:constr type="l" for="ch" forName="childNode" refType="w" refFor="ch" refForName="bgRect" fact="0.055"/>
            </dgm:constrLst>
          </dgm:else>
        </dgm:choose>
        <dgm:ruleLst>
          <dgm:rule type="w" for="ch" forName="childNode" val="NaN" fact="NaN" max="30"/>
        </dgm:ruleLst>
        <dgm:layoutNode name="bgRect" styleLbl="node1">
          <dgm:alg type="sp"/>
          <dgm:shape xmlns:r="http://schemas.openxmlformats.org/officeDocument/2006/relationships" type="roundRect" r:blip="" zOrderOff="-1">
            <dgm:adjLst>
              <dgm:adj idx="1" val="0.05"/>
            </dgm:adjLst>
          </dgm:shape>
          <dgm:presOf axis="self"/>
          <dgm:constrLst/>
          <dgm:ruleLst/>
        </dgm:layoutNode>
        <dgm:layoutNode name="parentNode" styleLbl="node1">
          <dgm:varLst>
            <dgm:chMax val="0"/>
            <dgm:bulletEnabled val="1"/>
          </dgm:varLst>
          <dgm:presOf axis="self"/>
          <dgm:choose name="Name8">
            <dgm:if name="Name9" func="var" arg="dir" op="equ" val="norm">
              <dgm:alg type="tx">
                <dgm:param type="autoTxRot" val="grav"/>
                <dgm:param type="txAnchorVert" val="t"/>
                <dgm:param type="parTxLTRAlign" val="r"/>
                <dgm:param type="parTxRTLAlign" val="r"/>
              </dgm:alg>
              <dgm:shape xmlns:r="http://schemas.openxmlformats.org/officeDocument/2006/relationships" rot="270" type="rect" r:blip="" hideGeom="1">
                <dgm:adjLst/>
              </dgm:shape>
              <dgm:constrLst>
                <dgm:constr type="primFontSz" val="65"/>
                <dgm:constr type="lMarg"/>
                <dgm:constr type="rMarg" refType="primFontSz" fact="0.35"/>
                <dgm:constr type="tMarg" refType="primFontSz" fact="0.27"/>
                <dgm:constr type="bMarg"/>
              </dgm:constrLst>
            </dgm:if>
            <dgm:else name="Name10">
              <dgm:alg type="tx">
                <dgm:param type="autoTxRot" val="grav"/>
                <dgm:param type="txAnchorVert" val="t"/>
                <dgm:param type="parTxLTRAlign" val="l"/>
                <dgm:param type="parTxRTLAlign" val="l"/>
              </dgm:alg>
              <dgm:shape xmlns:r="http://schemas.openxmlformats.org/officeDocument/2006/relationships" rot="90" type="rect" r:blip="" hideGeom="1">
                <dgm:adjLst/>
              </dgm:shape>
              <dgm:constrLst>
                <dgm:constr type="primFontSz" val="65"/>
                <dgm:constr type="lMarg" refType="primFontSz" fact="0.35"/>
                <dgm:constr type="rMarg"/>
                <dgm:constr type="tMarg" refType="primFontSz" fact="0.27"/>
                <dgm:constr type="bMarg"/>
              </dgm:constrLst>
            </dgm:else>
          </dgm:choose>
          <dgm:ruleLst>
            <dgm:rule type="primFontSz" val="5" fact="NaN" max="NaN"/>
          </dgm:ruleLst>
        </dgm:layoutNode>
        <dgm:choose name="Name11">
          <dgm:if name="Name12" axis="ch" ptType="node" func="cnt" op="gte" val="1">
            <dgm:layoutNode name="childNode" styleLbl="node1" moveWith="bgRect">
              <dgm:varLst>
                <dgm:bulletEnabled val="1"/>
              </dgm:varLst>
              <dgm:alg type="tx">
                <dgm:param type="parTxLTRAlign" val="l"/>
                <dgm:param type="parTxRTLAlign" val="r"/>
                <dgm:param type="txAnchorVert" val="t"/>
              </dgm:alg>
              <dgm:shape xmlns:r="http://schemas.openxmlformats.org/officeDocument/2006/relationships" type="rect" r:blip="" hideGeom="1">
                <dgm:adjLst/>
              </dgm:shape>
              <dgm:presOf axis="des" ptType="node"/>
              <dgm:constrLst>
                <dgm:constr type="primFontSz" val="65"/>
                <dgm:constr type="lMarg"/>
                <dgm:constr type="bMarg"/>
                <dgm:constr type="tMarg" refType="primFontSz" fact="0.27"/>
                <dgm:constr type="rMarg"/>
              </dgm:constrLst>
              <dgm:ruleLst>
                <dgm:rule type="primFontSz" val="5" fact="NaN" max="NaN"/>
              </dgm:ruleLst>
            </dgm:layoutNode>
          </dgm:if>
          <dgm:else name="Name13"/>
        </dgm:choose>
      </dgm:layoutNode>
      <dgm:forEach name="Name14" axis="followSib" ptType="sibTrans" cnt="1">
        <dgm:layoutNode name="hSp">
          <dgm:alg type="sp"/>
          <dgm:shape xmlns:r="http://schemas.openxmlformats.org/officeDocument/2006/relationships" r:blip="">
            <dgm:adjLst/>
          </dgm:shape>
          <dgm:presOf/>
          <dgm:constrLst/>
          <dgm:ruleLst/>
        </dgm:layoutNode>
        <dgm:layoutNode name="vProcSp" moveWith="bgRect">
          <dgm:alg type="lin">
            <dgm:param type="linDir" val="fromT"/>
          </dgm:alg>
          <dgm:shape xmlns:r="http://schemas.openxmlformats.org/officeDocument/2006/relationships" r:blip="">
            <dgm:adjLst/>
          </dgm:shape>
          <dgm:presOf/>
          <dgm:constrLst>
            <dgm:constr type="w" for="ch" forName="vSp1" refType="w"/>
            <dgm:constr type="w" for="ch" forName="simulatedConn" refType="w"/>
            <dgm:constr type="w" for="ch" forName="vSp2" refType="w"/>
          </dgm:constrLst>
          <dgm:ruleLst/>
          <dgm:layoutNode name="vSp1">
            <dgm:alg type="sp"/>
            <dgm:shape xmlns:r="http://schemas.openxmlformats.org/officeDocument/2006/relationships" r:blip="">
              <dgm:adjLst/>
            </dgm:shape>
            <dgm:presOf/>
            <dgm:constrLst/>
            <dgm:ruleLst/>
          </dgm:layoutNode>
          <dgm:layoutNode name="simulatedConn" styleLbl="solidFgAcc1">
            <dgm:alg type="sp"/>
            <dgm:choose name="Name15">
              <dgm:if name="Name16" func="var" arg="dir" op="equ" val="norm">
                <dgm:shape xmlns:r="http://schemas.openxmlformats.org/officeDocument/2006/relationships" rot="90" type="flowChartExtract" r:blip="">
                  <dgm:adjLst/>
                </dgm:shape>
              </dgm:if>
              <dgm:else name="Name17">
                <dgm:shape xmlns:r="http://schemas.openxmlformats.org/officeDocument/2006/relationships" rot="-90" type="flowChartExtract" r:blip="">
                  <dgm:adjLst/>
                </dgm:shape>
              </dgm:else>
            </dgm:choose>
            <dgm:presOf/>
            <dgm:constrLst/>
            <dgm:ruleLst/>
          </dgm:layoutNode>
          <dgm:layoutNode name="vSp2">
            <dgm:alg type="sp"/>
            <dgm:shape xmlns:r="http://schemas.openxmlformats.org/officeDocument/2006/relationships" r:blip="">
              <dgm:adjLst/>
            </dgm:shape>
            <dgm:presOf/>
            <dgm:constrLst/>
            <dgm:ruleLst/>
          </dgm:layoutNode>
        </dgm:layoutNode>
        <dgm:layoutNode name="sibTran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4" name="Google Shape;4;n"/>
          <p:cNvSpPr txBox="1">
            <a:spLocks noGrp="1"/>
          </p:cNvSpPr>
          <p:nvPr>
            <p:ph type="dt" idx="10"/>
          </p:nvPr>
        </p:nvSpPr>
        <p:spPr>
          <a:xfrm>
            <a:off x="3884613" y="0"/>
            <a:ext cx="2971800" cy="457200"/>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5" name="Google Shape;5;n"/>
          <p:cNvSpPr>
            <a:spLocks noGrp="1" noRot="1" noChangeAspect="1"/>
          </p:cNvSpPr>
          <p:nvPr>
            <p:ph type="sldImg" idx="3"/>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7" name="Google Shape;7;n"/>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8" name="Google Shape;8;n"/>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panose="020F0502020204030204"/>
                <a:ea typeface="Calibri" panose="020F0502020204030204"/>
                <a:cs typeface="Calibri" panose="020F0502020204030204"/>
                <a:sym typeface="Calibri" panose="020F0502020204030204"/>
              </a:rPr>
              <a:t>‹#›</a:t>
            </a:fld>
            <a:endParaRPr sz="12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
        <p:cNvGrpSpPr/>
        <p:nvPr/>
      </p:nvGrpSpPr>
      <p:grpSpPr>
        <a:xfrm>
          <a:off x="0" y="0"/>
          <a:ext cx="0" cy="0"/>
          <a:chOff x="0" y="0"/>
          <a:chExt cx="0" cy="0"/>
        </a:xfrm>
      </p:grpSpPr>
      <p:sp>
        <p:nvSpPr>
          <p:cNvPr id="42" name="Google Shape;4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3" name="Google Shape;43;p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a:p>
        </p:txBody>
      </p:sp>
      <p:sp>
        <p:nvSpPr>
          <p:cNvPr id="44" name="Google Shape;44;p1: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
        <p:cNvGrpSpPr/>
        <p:nvPr/>
      </p:nvGrpSpPr>
      <p:grpSpPr>
        <a:xfrm>
          <a:off x="0" y="0"/>
          <a:ext cx="0" cy="0"/>
          <a:chOff x="0" y="0"/>
          <a:chExt cx="0" cy="0"/>
        </a:xfrm>
      </p:grpSpPr>
      <p:sp>
        <p:nvSpPr>
          <p:cNvPr id="61" name="Google Shape;61;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2" name="Google Shape;62;p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dirty="0"/>
          </a:p>
        </p:txBody>
      </p:sp>
      <p:sp>
        <p:nvSpPr>
          <p:cNvPr id="63" name="Google Shape;63;p3: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a:t>
            </a:fld>
            <a:endParaRPr lang="en-US"/>
          </a:p>
        </p:txBody>
      </p:sp>
    </p:spTree>
    <p:extLst>
      <p:ext uri="{BB962C8B-B14F-4D97-AF65-F5344CB8AC3E}">
        <p14:creationId xmlns:p14="http://schemas.microsoft.com/office/powerpoint/2010/main" val="21400574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p:cNvGrpSpPr/>
        <p:nvPr/>
      </p:nvGrpSpPr>
      <p:grpSpPr>
        <a:xfrm>
          <a:off x="0" y="0"/>
          <a:ext cx="0" cy="0"/>
          <a:chOff x="0" y="0"/>
          <a:chExt cx="0" cy="0"/>
        </a:xfrm>
      </p:grpSpPr>
      <p:sp>
        <p:nvSpPr>
          <p:cNvPr id="72" name="Google Shape;72;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3" name="Google Shape;73;p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lang="en-US" dirty="0"/>
          </a:p>
        </p:txBody>
      </p:sp>
      <p:sp>
        <p:nvSpPr>
          <p:cNvPr id="74" name="Google Shape;74;p4: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p:cNvGrpSpPr/>
        <p:nvPr/>
      </p:nvGrpSpPr>
      <p:grpSpPr>
        <a:xfrm>
          <a:off x="0" y="0"/>
          <a:ext cx="0" cy="0"/>
          <a:chOff x="0" y="0"/>
          <a:chExt cx="0" cy="0"/>
        </a:xfrm>
      </p:grpSpPr>
      <p:sp>
        <p:nvSpPr>
          <p:cNvPr id="72" name="Google Shape;72;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3" name="Google Shape;73;p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lang="en-US" dirty="0"/>
          </a:p>
        </p:txBody>
      </p:sp>
      <p:sp>
        <p:nvSpPr>
          <p:cNvPr id="74" name="Google Shape;74;p4: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p:cNvGrpSpPr/>
        <p:nvPr/>
      </p:nvGrpSpPr>
      <p:grpSpPr>
        <a:xfrm>
          <a:off x="0" y="0"/>
          <a:ext cx="0" cy="0"/>
          <a:chOff x="0" y="0"/>
          <a:chExt cx="0" cy="0"/>
        </a:xfrm>
      </p:grpSpPr>
      <p:sp>
        <p:nvSpPr>
          <p:cNvPr id="72" name="Google Shape;72;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3" name="Google Shape;73;p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lang="en-US" dirty="0"/>
          </a:p>
        </p:txBody>
      </p:sp>
      <p:sp>
        <p:nvSpPr>
          <p:cNvPr id="74" name="Google Shape;74;p4: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p:cNvGrpSpPr/>
        <p:nvPr/>
      </p:nvGrpSpPr>
      <p:grpSpPr>
        <a:xfrm>
          <a:off x="0" y="0"/>
          <a:ext cx="0" cy="0"/>
          <a:chOff x="0" y="0"/>
          <a:chExt cx="0" cy="0"/>
        </a:xfrm>
      </p:grpSpPr>
      <p:sp>
        <p:nvSpPr>
          <p:cNvPr id="72" name="Google Shape;72;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3" name="Google Shape;73;p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lang="en-US" dirty="0"/>
          </a:p>
        </p:txBody>
      </p:sp>
      <p:sp>
        <p:nvSpPr>
          <p:cNvPr id="74" name="Google Shape;74;p4: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6</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p:cNvGrpSpPr/>
        <p:nvPr/>
      </p:nvGrpSpPr>
      <p:grpSpPr>
        <a:xfrm>
          <a:off x="0" y="0"/>
          <a:ext cx="0" cy="0"/>
          <a:chOff x="0" y="0"/>
          <a:chExt cx="0" cy="0"/>
        </a:xfrm>
      </p:grpSpPr>
      <p:sp>
        <p:nvSpPr>
          <p:cNvPr id="72" name="Google Shape;72;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3" name="Google Shape;73;p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lang="en-US" dirty="0"/>
          </a:p>
        </p:txBody>
      </p:sp>
      <p:sp>
        <p:nvSpPr>
          <p:cNvPr id="74" name="Google Shape;74;p4: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p:cNvGrpSpPr/>
        <p:nvPr/>
      </p:nvGrpSpPr>
      <p:grpSpPr>
        <a:xfrm>
          <a:off x="0" y="0"/>
          <a:ext cx="0" cy="0"/>
          <a:chOff x="0" y="0"/>
          <a:chExt cx="0" cy="0"/>
        </a:xfrm>
      </p:grpSpPr>
      <p:sp>
        <p:nvSpPr>
          <p:cNvPr id="72" name="Google Shape;72;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3" name="Google Shape;73;p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lang="en-US" dirty="0"/>
          </a:p>
        </p:txBody>
      </p:sp>
      <p:sp>
        <p:nvSpPr>
          <p:cNvPr id="74" name="Google Shape;74;p4: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8</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p:cNvGrpSpPr/>
        <p:nvPr/>
      </p:nvGrpSpPr>
      <p:grpSpPr>
        <a:xfrm>
          <a:off x="0" y="0"/>
          <a:ext cx="0" cy="0"/>
          <a:chOff x="0" y="0"/>
          <a:chExt cx="0" cy="0"/>
        </a:xfrm>
      </p:grpSpPr>
      <p:sp>
        <p:nvSpPr>
          <p:cNvPr id="72" name="Google Shape;72;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3" name="Google Shape;73;p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lang="en-US" dirty="0"/>
          </a:p>
        </p:txBody>
      </p:sp>
      <p:sp>
        <p:nvSpPr>
          <p:cNvPr id="74" name="Google Shape;74;p4: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9</a:t>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p:cNvGrpSpPr/>
        <p:nvPr/>
      </p:nvGrpSpPr>
      <p:grpSpPr>
        <a:xfrm>
          <a:off x="0" y="0"/>
          <a:ext cx="0" cy="0"/>
          <a:chOff x="0" y="0"/>
          <a:chExt cx="0" cy="0"/>
        </a:xfrm>
      </p:grpSpPr>
      <p:sp>
        <p:nvSpPr>
          <p:cNvPr id="72" name="Google Shape;72;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3" name="Google Shape;73;p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lang="en-US" dirty="0"/>
          </a:p>
        </p:txBody>
      </p:sp>
      <p:sp>
        <p:nvSpPr>
          <p:cNvPr id="74" name="Google Shape;74;p4: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10</a:t>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p:cNvGrpSpPr/>
        <p:nvPr/>
      </p:nvGrpSpPr>
      <p:grpSpPr>
        <a:xfrm>
          <a:off x="0" y="0"/>
          <a:ext cx="0" cy="0"/>
          <a:chOff x="0" y="0"/>
          <a:chExt cx="0" cy="0"/>
        </a:xfrm>
      </p:grpSpPr>
      <p:sp>
        <p:nvSpPr>
          <p:cNvPr id="72" name="Google Shape;72;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3" name="Google Shape;73;p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lang="en-US" dirty="0"/>
          </a:p>
        </p:txBody>
      </p:sp>
      <p:sp>
        <p:nvSpPr>
          <p:cNvPr id="74" name="Google Shape;74;p4: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11</a:t>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p:cNvGrpSpPr/>
        <p:nvPr/>
      </p:nvGrpSpPr>
      <p:grpSpPr>
        <a:xfrm>
          <a:off x="0" y="0"/>
          <a:ext cx="0" cy="0"/>
          <a:chOff x="0" y="0"/>
          <a:chExt cx="0" cy="0"/>
        </a:xfrm>
      </p:grpSpPr>
      <p:sp>
        <p:nvSpPr>
          <p:cNvPr id="72" name="Google Shape;72;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3" name="Google Shape;73;p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lang="en-US" dirty="0"/>
          </a:p>
        </p:txBody>
      </p:sp>
      <p:sp>
        <p:nvSpPr>
          <p:cNvPr id="74" name="Google Shape;74;p4: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12</a:t>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p:cNvGrpSpPr/>
        <p:nvPr/>
      </p:nvGrpSpPr>
      <p:grpSpPr>
        <a:xfrm>
          <a:off x="0" y="0"/>
          <a:ext cx="0" cy="0"/>
          <a:chOff x="0" y="0"/>
          <a:chExt cx="0" cy="0"/>
        </a:xfrm>
      </p:grpSpPr>
      <p:sp>
        <p:nvSpPr>
          <p:cNvPr id="72" name="Google Shape;72;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3" name="Google Shape;73;p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lang="en-US" dirty="0"/>
          </a:p>
        </p:txBody>
      </p:sp>
      <p:sp>
        <p:nvSpPr>
          <p:cNvPr id="74" name="Google Shape;74;p4: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13</a:t>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p:cNvGrpSpPr/>
        <p:nvPr/>
      </p:nvGrpSpPr>
      <p:grpSpPr>
        <a:xfrm>
          <a:off x="0" y="0"/>
          <a:ext cx="0" cy="0"/>
          <a:chOff x="0" y="0"/>
          <a:chExt cx="0" cy="0"/>
        </a:xfrm>
      </p:grpSpPr>
      <p:sp>
        <p:nvSpPr>
          <p:cNvPr id="72" name="Google Shape;72;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3" name="Google Shape;73;p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lang="en-US" dirty="0"/>
          </a:p>
        </p:txBody>
      </p:sp>
      <p:sp>
        <p:nvSpPr>
          <p:cNvPr id="74" name="Google Shape;74;p4: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14</a:t>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
        <p:cNvGrpSpPr/>
        <p:nvPr/>
      </p:nvGrpSpPr>
      <p:grpSpPr>
        <a:xfrm>
          <a:off x="0" y="0"/>
          <a:ext cx="0" cy="0"/>
          <a:chOff x="0" y="0"/>
          <a:chExt cx="0" cy="0"/>
        </a:xfrm>
      </p:grpSpPr>
      <p:sp>
        <p:nvSpPr>
          <p:cNvPr id="61" name="Google Shape;61;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2" name="Google Shape;62;p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dirty="0"/>
          </a:p>
        </p:txBody>
      </p:sp>
      <p:sp>
        <p:nvSpPr>
          <p:cNvPr id="63" name="Google Shape;63;p3: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15</a:t>
            </a:fld>
            <a:endParaRPr lang="en-US"/>
          </a:p>
        </p:txBody>
      </p:sp>
    </p:spTree>
    <p:extLst>
      <p:ext uri="{BB962C8B-B14F-4D97-AF65-F5344CB8AC3E}">
        <p14:creationId xmlns:p14="http://schemas.microsoft.com/office/powerpoint/2010/main" val="334761681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p:cNvGrpSpPr/>
        <p:nvPr/>
      </p:nvGrpSpPr>
      <p:grpSpPr>
        <a:xfrm>
          <a:off x="0" y="0"/>
          <a:ext cx="0" cy="0"/>
          <a:chOff x="0" y="0"/>
          <a:chExt cx="0" cy="0"/>
        </a:xfrm>
      </p:grpSpPr>
      <p:sp>
        <p:nvSpPr>
          <p:cNvPr id="298" name="Google Shape;298;p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99" name="Google Shape;299;p3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lang="en-US" dirty="0"/>
          </a:p>
        </p:txBody>
      </p:sp>
      <p:sp>
        <p:nvSpPr>
          <p:cNvPr id="300" name="Google Shape;300;p34: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16</a:t>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p:cNvGrpSpPr/>
        <p:nvPr/>
      </p:nvGrpSpPr>
      <p:grpSpPr>
        <a:xfrm>
          <a:off x="0" y="0"/>
          <a:ext cx="0" cy="0"/>
          <a:chOff x="0" y="0"/>
          <a:chExt cx="0" cy="0"/>
        </a:xfrm>
      </p:grpSpPr>
      <p:sp>
        <p:nvSpPr>
          <p:cNvPr id="298" name="Google Shape;298;p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99" name="Google Shape;299;p3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lang="en-US" dirty="0"/>
          </a:p>
        </p:txBody>
      </p:sp>
      <p:sp>
        <p:nvSpPr>
          <p:cNvPr id="300" name="Google Shape;300;p34: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17</a:t>
            </a:fld>
            <a:endParaRPr lang="en-US"/>
          </a:p>
        </p:txBody>
      </p:sp>
    </p:spTree>
    <p:extLst>
      <p:ext uri="{BB962C8B-B14F-4D97-AF65-F5344CB8AC3E}">
        <p14:creationId xmlns:p14="http://schemas.microsoft.com/office/powerpoint/2010/main" val="212140374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p:cNvGrpSpPr/>
        <p:nvPr/>
      </p:nvGrpSpPr>
      <p:grpSpPr>
        <a:xfrm>
          <a:off x="0" y="0"/>
          <a:ext cx="0" cy="0"/>
          <a:chOff x="0" y="0"/>
          <a:chExt cx="0" cy="0"/>
        </a:xfrm>
      </p:grpSpPr>
      <p:sp>
        <p:nvSpPr>
          <p:cNvPr id="298" name="Google Shape;298;p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99" name="Google Shape;299;p3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lang="en-US" dirty="0"/>
          </a:p>
        </p:txBody>
      </p:sp>
      <p:sp>
        <p:nvSpPr>
          <p:cNvPr id="300" name="Google Shape;300;p34: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18</a:t>
            </a:fld>
            <a:endParaRPr lang="en-US"/>
          </a:p>
        </p:txBody>
      </p:sp>
    </p:spTree>
    <p:extLst>
      <p:ext uri="{BB962C8B-B14F-4D97-AF65-F5344CB8AC3E}">
        <p14:creationId xmlns:p14="http://schemas.microsoft.com/office/powerpoint/2010/main" val="97531983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p:cNvGrpSpPr/>
        <p:nvPr/>
      </p:nvGrpSpPr>
      <p:grpSpPr>
        <a:xfrm>
          <a:off x="0" y="0"/>
          <a:ext cx="0" cy="0"/>
          <a:chOff x="0" y="0"/>
          <a:chExt cx="0" cy="0"/>
        </a:xfrm>
      </p:grpSpPr>
      <p:sp>
        <p:nvSpPr>
          <p:cNvPr id="298" name="Google Shape;298;p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99" name="Google Shape;299;p3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lang="en-US" dirty="0"/>
          </a:p>
        </p:txBody>
      </p:sp>
      <p:sp>
        <p:nvSpPr>
          <p:cNvPr id="300" name="Google Shape;300;p34: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19</a:t>
            </a:fld>
            <a:endParaRPr lang="en-US"/>
          </a:p>
        </p:txBody>
      </p:sp>
    </p:spTree>
    <p:extLst>
      <p:ext uri="{BB962C8B-B14F-4D97-AF65-F5344CB8AC3E}">
        <p14:creationId xmlns:p14="http://schemas.microsoft.com/office/powerpoint/2010/main" val="270099191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p:cNvGrpSpPr/>
        <p:nvPr/>
      </p:nvGrpSpPr>
      <p:grpSpPr>
        <a:xfrm>
          <a:off x="0" y="0"/>
          <a:ext cx="0" cy="0"/>
          <a:chOff x="0" y="0"/>
          <a:chExt cx="0" cy="0"/>
        </a:xfrm>
      </p:grpSpPr>
      <p:sp>
        <p:nvSpPr>
          <p:cNvPr id="298" name="Google Shape;298;p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99" name="Google Shape;299;p3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lang="en-US" dirty="0"/>
          </a:p>
        </p:txBody>
      </p:sp>
      <p:sp>
        <p:nvSpPr>
          <p:cNvPr id="300" name="Google Shape;300;p34: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26</a:t>
            </a:fld>
            <a:endParaRPr lang="en-US"/>
          </a:p>
        </p:txBody>
      </p:sp>
    </p:spTree>
    <p:extLst>
      <p:ext uri="{BB962C8B-B14F-4D97-AF65-F5344CB8AC3E}">
        <p14:creationId xmlns:p14="http://schemas.microsoft.com/office/powerpoint/2010/main" val="260961585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p:cNvGrpSpPr/>
        <p:nvPr/>
      </p:nvGrpSpPr>
      <p:grpSpPr>
        <a:xfrm>
          <a:off x="0" y="0"/>
          <a:ext cx="0" cy="0"/>
          <a:chOff x="0" y="0"/>
          <a:chExt cx="0" cy="0"/>
        </a:xfrm>
      </p:grpSpPr>
      <p:sp>
        <p:nvSpPr>
          <p:cNvPr id="298" name="Google Shape;298;p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99" name="Google Shape;299;p3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lang="en-US" dirty="0"/>
          </a:p>
        </p:txBody>
      </p:sp>
      <p:sp>
        <p:nvSpPr>
          <p:cNvPr id="300" name="Google Shape;300;p34: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27</a:t>
            </a:fld>
            <a:endParaRPr lang="en-US"/>
          </a:p>
        </p:txBody>
      </p:sp>
    </p:spTree>
    <p:extLst>
      <p:ext uri="{BB962C8B-B14F-4D97-AF65-F5344CB8AC3E}">
        <p14:creationId xmlns:p14="http://schemas.microsoft.com/office/powerpoint/2010/main" val="52005393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p:cNvGrpSpPr/>
        <p:nvPr/>
      </p:nvGrpSpPr>
      <p:grpSpPr>
        <a:xfrm>
          <a:off x="0" y="0"/>
          <a:ext cx="0" cy="0"/>
          <a:chOff x="0" y="0"/>
          <a:chExt cx="0" cy="0"/>
        </a:xfrm>
      </p:grpSpPr>
      <p:sp>
        <p:nvSpPr>
          <p:cNvPr id="298" name="Google Shape;298;p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99" name="Google Shape;299;p3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dirty="0"/>
              <a:t>- </a:t>
            </a:r>
            <a:r>
              <a:rPr lang="en-US" dirty="0" err="1"/>
              <a:t>Tham</a:t>
            </a:r>
            <a:r>
              <a:rPr lang="en-US" dirty="0"/>
              <a:t> </a:t>
            </a:r>
            <a:r>
              <a:rPr lang="en-US" dirty="0" err="1"/>
              <a:t>khảo</a:t>
            </a:r>
            <a:r>
              <a:rPr lang="en-US" baseline="0" dirty="0"/>
              <a:t> </a:t>
            </a:r>
            <a:r>
              <a:rPr lang="en-US" baseline="0" dirty="0" err="1"/>
              <a:t>cac</a:t>
            </a:r>
            <a:r>
              <a:rPr lang="en-US" baseline="0" dirty="0"/>
              <a:t> </a:t>
            </a:r>
            <a:r>
              <a:rPr lang="en-US" baseline="0" dirty="0" err="1"/>
              <a:t>bảng</a:t>
            </a:r>
            <a:r>
              <a:rPr lang="en-US" baseline="0" dirty="0"/>
              <a:t> </a:t>
            </a:r>
            <a:r>
              <a:rPr lang="en-US" baseline="0" dirty="0" err="1"/>
              <a:t>màu</a:t>
            </a:r>
            <a:r>
              <a:rPr lang="en-US" baseline="0" dirty="0"/>
              <a:t> </a:t>
            </a:r>
            <a:r>
              <a:rPr lang="en-US" baseline="0" dirty="0" err="1"/>
              <a:t>gợi</a:t>
            </a:r>
            <a:r>
              <a:rPr lang="en-US" baseline="0" dirty="0"/>
              <a:t> ý: https://designervn.net/bang-mau/</a:t>
            </a:r>
          </a:p>
          <a:p>
            <a:pPr marL="0" lvl="0" indent="0" algn="l" rtl="0">
              <a:lnSpc>
                <a:spcPct val="100000"/>
              </a:lnSpc>
              <a:spcBef>
                <a:spcPts val="0"/>
              </a:spcBef>
              <a:spcAft>
                <a:spcPts val="0"/>
              </a:spcAft>
              <a:buSzPts val="1400"/>
              <a:buNone/>
            </a:pPr>
            <a:r>
              <a:rPr lang="en-US" dirty="0"/>
              <a:t>- Material:</a:t>
            </a:r>
            <a:r>
              <a:rPr lang="en-US" baseline="0" dirty="0"/>
              <a:t> </a:t>
            </a:r>
            <a:r>
              <a:rPr lang="en-US" dirty="0"/>
              <a:t>https://m3.material.io/</a:t>
            </a:r>
          </a:p>
          <a:p>
            <a:pPr marL="0" lvl="0" indent="0" algn="l" rtl="0">
              <a:lnSpc>
                <a:spcPct val="100000"/>
              </a:lnSpc>
              <a:spcBef>
                <a:spcPts val="0"/>
              </a:spcBef>
              <a:spcAft>
                <a:spcPts val="0"/>
              </a:spcAft>
              <a:buSzPts val="1400"/>
              <a:buNone/>
            </a:pPr>
            <a:r>
              <a:rPr lang="en-US" dirty="0"/>
              <a:t>- </a:t>
            </a:r>
            <a:r>
              <a:rPr lang="en-US" dirty="0" err="1"/>
              <a:t>Bảng</a:t>
            </a:r>
            <a:r>
              <a:rPr lang="en-US" baseline="0" dirty="0"/>
              <a:t> </a:t>
            </a:r>
            <a:r>
              <a:rPr lang="en-US" baseline="0" dirty="0" err="1"/>
              <a:t>màu</a:t>
            </a:r>
            <a:r>
              <a:rPr lang="en-US" baseline="0" dirty="0"/>
              <a:t> </a:t>
            </a:r>
            <a:r>
              <a:rPr lang="en-US" baseline="0" dirty="0" err="1"/>
              <a:t>theo</a:t>
            </a:r>
            <a:r>
              <a:rPr lang="en-US" baseline="0" dirty="0"/>
              <a:t> </a:t>
            </a:r>
            <a:r>
              <a:rPr lang="en-US" baseline="0" dirty="0" err="1"/>
              <a:t>thương</a:t>
            </a:r>
            <a:r>
              <a:rPr lang="en-US" baseline="0" dirty="0"/>
              <a:t> </a:t>
            </a:r>
            <a:r>
              <a:rPr lang="en-US" baseline="0" dirty="0" err="1"/>
              <a:t>hiệu</a:t>
            </a:r>
            <a:r>
              <a:rPr lang="en-US" baseline="0" dirty="0"/>
              <a:t>: http://brandcolors.net/?ref=plantapp.io</a:t>
            </a:r>
          </a:p>
          <a:p>
            <a:pPr marL="0" lvl="0" indent="0" algn="l" rtl="0">
              <a:lnSpc>
                <a:spcPct val="100000"/>
              </a:lnSpc>
              <a:spcBef>
                <a:spcPts val="0"/>
              </a:spcBef>
              <a:spcAft>
                <a:spcPts val="0"/>
              </a:spcAft>
              <a:buSzPts val="1400"/>
              <a:buNone/>
            </a:pPr>
            <a:r>
              <a:rPr lang="en-US" dirty="0"/>
              <a:t>- </a:t>
            </a:r>
            <a:r>
              <a:rPr lang="en-US" dirty="0" err="1"/>
              <a:t>Các</a:t>
            </a:r>
            <a:r>
              <a:rPr lang="en-US" baseline="0" dirty="0"/>
              <a:t> website </a:t>
            </a:r>
            <a:r>
              <a:rPr lang="en-US" baseline="0" dirty="0" err="1"/>
              <a:t>phối</a:t>
            </a:r>
            <a:r>
              <a:rPr lang="en-US" baseline="0" dirty="0"/>
              <a:t> </a:t>
            </a:r>
            <a:r>
              <a:rPr lang="en-US" baseline="0" dirty="0" err="1"/>
              <a:t>màu</a:t>
            </a:r>
            <a:r>
              <a:rPr lang="en-US" baseline="0" dirty="0"/>
              <a:t> </a:t>
            </a:r>
            <a:r>
              <a:rPr lang="en-US" baseline="0" dirty="0" err="1"/>
              <a:t>chuyên</a:t>
            </a:r>
            <a:r>
              <a:rPr lang="en-US" baseline="0" dirty="0"/>
              <a:t> </a:t>
            </a:r>
            <a:r>
              <a:rPr lang="en-US" baseline="0" dirty="0" err="1"/>
              <a:t>nghiệp</a:t>
            </a:r>
            <a:r>
              <a:rPr lang="en-US" baseline="0" dirty="0"/>
              <a:t>: https://www.thegioididong.com/game-app/15-trang-web-phoi-mau-online-chuyen-nghiep-cho-thiet-ke-1374542</a:t>
            </a:r>
          </a:p>
          <a:p>
            <a:pPr marL="0" lvl="0" indent="0" algn="l" rtl="0">
              <a:lnSpc>
                <a:spcPct val="100000"/>
              </a:lnSpc>
              <a:spcBef>
                <a:spcPts val="0"/>
              </a:spcBef>
              <a:spcAft>
                <a:spcPts val="0"/>
              </a:spcAft>
              <a:buSzPts val="1400"/>
              <a:buNone/>
            </a:pPr>
            <a:r>
              <a:rPr lang="en-US" dirty="0"/>
              <a:t>- </a:t>
            </a:r>
            <a:r>
              <a:rPr lang="en-US" dirty="0" err="1"/>
              <a:t>Bảng</a:t>
            </a:r>
            <a:r>
              <a:rPr lang="en-US" baseline="0" dirty="0"/>
              <a:t> </a:t>
            </a:r>
            <a:r>
              <a:rPr lang="en-US" baseline="0" dirty="0" err="1"/>
              <a:t>màu</a:t>
            </a:r>
            <a:r>
              <a:rPr lang="en-US" baseline="0" dirty="0"/>
              <a:t> website </a:t>
            </a:r>
            <a:r>
              <a:rPr lang="en-US" baseline="0" dirty="0" err="1"/>
              <a:t>đẹp</a:t>
            </a:r>
            <a:r>
              <a:rPr lang="en-US" baseline="0" dirty="0"/>
              <a:t>: https://lutaweb.com/50-bang-mau-website-dep/</a:t>
            </a:r>
            <a:endParaRPr lang="en-US" dirty="0"/>
          </a:p>
          <a:p>
            <a:pPr marL="0" lvl="0" indent="0" algn="l" rtl="0">
              <a:lnSpc>
                <a:spcPct val="100000"/>
              </a:lnSpc>
              <a:spcBef>
                <a:spcPts val="0"/>
              </a:spcBef>
              <a:spcAft>
                <a:spcPts val="0"/>
              </a:spcAft>
              <a:buSzPts val="1400"/>
              <a:buNone/>
            </a:pPr>
            <a:endParaRPr lang="en-US" dirty="0"/>
          </a:p>
        </p:txBody>
      </p:sp>
      <p:sp>
        <p:nvSpPr>
          <p:cNvPr id="300" name="Google Shape;300;p34: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28</a:t>
            </a:fld>
            <a:endParaRPr lang="en-US"/>
          </a:p>
        </p:txBody>
      </p:sp>
    </p:spTree>
    <p:extLst>
      <p:ext uri="{BB962C8B-B14F-4D97-AF65-F5344CB8AC3E}">
        <p14:creationId xmlns:p14="http://schemas.microsoft.com/office/powerpoint/2010/main" val="149055287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p:cNvGrpSpPr/>
        <p:nvPr/>
      </p:nvGrpSpPr>
      <p:grpSpPr>
        <a:xfrm>
          <a:off x="0" y="0"/>
          <a:ext cx="0" cy="0"/>
          <a:chOff x="0" y="0"/>
          <a:chExt cx="0" cy="0"/>
        </a:xfrm>
      </p:grpSpPr>
      <p:sp>
        <p:nvSpPr>
          <p:cNvPr id="298" name="Google Shape;298;p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99" name="Google Shape;299;p3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dirty="0"/>
              <a:t>- </a:t>
            </a:r>
            <a:r>
              <a:rPr lang="en-US" dirty="0" err="1"/>
              <a:t>Tham</a:t>
            </a:r>
            <a:r>
              <a:rPr lang="en-US" dirty="0"/>
              <a:t> </a:t>
            </a:r>
            <a:r>
              <a:rPr lang="en-US" dirty="0" err="1"/>
              <a:t>khảo</a:t>
            </a:r>
            <a:r>
              <a:rPr lang="en-US" baseline="0" dirty="0"/>
              <a:t> </a:t>
            </a:r>
            <a:r>
              <a:rPr lang="en-US" baseline="0" dirty="0" err="1"/>
              <a:t>cac</a:t>
            </a:r>
            <a:r>
              <a:rPr lang="en-US" baseline="0" dirty="0"/>
              <a:t> </a:t>
            </a:r>
            <a:r>
              <a:rPr lang="en-US" baseline="0" dirty="0" err="1"/>
              <a:t>bảng</a:t>
            </a:r>
            <a:r>
              <a:rPr lang="en-US" baseline="0" dirty="0"/>
              <a:t> </a:t>
            </a:r>
            <a:r>
              <a:rPr lang="en-US" baseline="0" dirty="0" err="1"/>
              <a:t>màu</a:t>
            </a:r>
            <a:r>
              <a:rPr lang="en-US" baseline="0" dirty="0"/>
              <a:t> </a:t>
            </a:r>
            <a:r>
              <a:rPr lang="en-US" baseline="0" dirty="0" err="1"/>
              <a:t>gợi</a:t>
            </a:r>
            <a:r>
              <a:rPr lang="en-US" baseline="0" dirty="0"/>
              <a:t> ý: https://designervn.net/bang-mau/</a:t>
            </a:r>
          </a:p>
          <a:p>
            <a:pPr marL="0" lvl="0" indent="0" algn="l" rtl="0">
              <a:lnSpc>
                <a:spcPct val="100000"/>
              </a:lnSpc>
              <a:spcBef>
                <a:spcPts val="0"/>
              </a:spcBef>
              <a:spcAft>
                <a:spcPts val="0"/>
              </a:spcAft>
              <a:buSzPts val="1400"/>
              <a:buNone/>
            </a:pPr>
            <a:r>
              <a:rPr lang="en-US" dirty="0"/>
              <a:t>- Material:</a:t>
            </a:r>
            <a:r>
              <a:rPr lang="en-US" baseline="0" dirty="0"/>
              <a:t> </a:t>
            </a:r>
            <a:r>
              <a:rPr lang="en-US" dirty="0"/>
              <a:t>https://m3.material.io/</a:t>
            </a:r>
          </a:p>
          <a:p>
            <a:pPr marL="0" lvl="0" indent="0" algn="l" rtl="0">
              <a:lnSpc>
                <a:spcPct val="100000"/>
              </a:lnSpc>
              <a:spcBef>
                <a:spcPts val="0"/>
              </a:spcBef>
              <a:spcAft>
                <a:spcPts val="0"/>
              </a:spcAft>
              <a:buSzPts val="1400"/>
              <a:buNone/>
            </a:pPr>
            <a:r>
              <a:rPr lang="en-US" dirty="0"/>
              <a:t>- </a:t>
            </a:r>
            <a:r>
              <a:rPr lang="en-US" dirty="0" err="1"/>
              <a:t>Bảng</a:t>
            </a:r>
            <a:r>
              <a:rPr lang="en-US" baseline="0" dirty="0"/>
              <a:t> </a:t>
            </a:r>
            <a:r>
              <a:rPr lang="en-US" baseline="0" dirty="0" err="1"/>
              <a:t>màu</a:t>
            </a:r>
            <a:r>
              <a:rPr lang="en-US" baseline="0" dirty="0"/>
              <a:t> </a:t>
            </a:r>
            <a:r>
              <a:rPr lang="en-US" baseline="0" dirty="0" err="1"/>
              <a:t>theo</a:t>
            </a:r>
            <a:r>
              <a:rPr lang="en-US" baseline="0" dirty="0"/>
              <a:t> </a:t>
            </a:r>
            <a:r>
              <a:rPr lang="en-US" baseline="0" dirty="0" err="1"/>
              <a:t>thương</a:t>
            </a:r>
            <a:r>
              <a:rPr lang="en-US" baseline="0" dirty="0"/>
              <a:t> </a:t>
            </a:r>
            <a:r>
              <a:rPr lang="en-US" baseline="0" dirty="0" err="1"/>
              <a:t>hiệu</a:t>
            </a:r>
            <a:r>
              <a:rPr lang="en-US" baseline="0" dirty="0"/>
              <a:t>: http://brandcolors.net/?ref=plantapp.io</a:t>
            </a:r>
          </a:p>
          <a:p>
            <a:pPr marL="0" lvl="0" indent="0" algn="l" rtl="0">
              <a:lnSpc>
                <a:spcPct val="100000"/>
              </a:lnSpc>
              <a:spcBef>
                <a:spcPts val="0"/>
              </a:spcBef>
              <a:spcAft>
                <a:spcPts val="0"/>
              </a:spcAft>
              <a:buSzPts val="1400"/>
              <a:buNone/>
            </a:pPr>
            <a:r>
              <a:rPr lang="en-US" dirty="0"/>
              <a:t>- </a:t>
            </a:r>
            <a:r>
              <a:rPr lang="en-US" dirty="0" err="1"/>
              <a:t>Các</a:t>
            </a:r>
            <a:r>
              <a:rPr lang="en-US" baseline="0" dirty="0"/>
              <a:t> website </a:t>
            </a:r>
            <a:r>
              <a:rPr lang="en-US" baseline="0" dirty="0" err="1"/>
              <a:t>phối</a:t>
            </a:r>
            <a:r>
              <a:rPr lang="en-US" baseline="0" dirty="0"/>
              <a:t> </a:t>
            </a:r>
            <a:r>
              <a:rPr lang="en-US" baseline="0" dirty="0" err="1"/>
              <a:t>màu</a:t>
            </a:r>
            <a:r>
              <a:rPr lang="en-US" baseline="0" dirty="0"/>
              <a:t> </a:t>
            </a:r>
            <a:r>
              <a:rPr lang="en-US" baseline="0" dirty="0" err="1"/>
              <a:t>chuyên</a:t>
            </a:r>
            <a:r>
              <a:rPr lang="en-US" baseline="0" dirty="0"/>
              <a:t> </a:t>
            </a:r>
            <a:r>
              <a:rPr lang="en-US" baseline="0" dirty="0" err="1"/>
              <a:t>nghiệp</a:t>
            </a:r>
            <a:r>
              <a:rPr lang="en-US" baseline="0" dirty="0"/>
              <a:t>: https://www.thegioididong.com/game-app/15-trang-web-phoi-mau-online-chuyen-nghiep-cho-thiet-ke-1374542</a:t>
            </a:r>
          </a:p>
          <a:p>
            <a:pPr marL="0" lvl="0" indent="0" algn="l" rtl="0">
              <a:lnSpc>
                <a:spcPct val="100000"/>
              </a:lnSpc>
              <a:spcBef>
                <a:spcPts val="0"/>
              </a:spcBef>
              <a:spcAft>
                <a:spcPts val="0"/>
              </a:spcAft>
              <a:buSzPts val="1400"/>
              <a:buNone/>
            </a:pPr>
            <a:r>
              <a:rPr lang="en-US" dirty="0"/>
              <a:t>- </a:t>
            </a:r>
            <a:r>
              <a:rPr lang="en-US" dirty="0" err="1"/>
              <a:t>Bảng</a:t>
            </a:r>
            <a:r>
              <a:rPr lang="en-US" baseline="0" dirty="0"/>
              <a:t> </a:t>
            </a:r>
            <a:r>
              <a:rPr lang="en-US" baseline="0" dirty="0" err="1"/>
              <a:t>màu</a:t>
            </a:r>
            <a:r>
              <a:rPr lang="en-US" baseline="0" dirty="0"/>
              <a:t> website </a:t>
            </a:r>
            <a:r>
              <a:rPr lang="en-US" baseline="0" dirty="0" err="1"/>
              <a:t>đẹp</a:t>
            </a:r>
            <a:r>
              <a:rPr lang="en-US" baseline="0" dirty="0"/>
              <a:t>: https://lutaweb.com/50-bang-mau-website-dep/</a:t>
            </a:r>
            <a:endParaRPr lang="en-US" dirty="0"/>
          </a:p>
          <a:p>
            <a:pPr marL="0" lvl="0" indent="0" algn="l" rtl="0">
              <a:lnSpc>
                <a:spcPct val="100000"/>
              </a:lnSpc>
              <a:spcBef>
                <a:spcPts val="0"/>
              </a:spcBef>
              <a:spcAft>
                <a:spcPts val="0"/>
              </a:spcAft>
              <a:buSzPts val="1400"/>
              <a:buNone/>
            </a:pPr>
            <a:endParaRPr lang="en-US" dirty="0"/>
          </a:p>
        </p:txBody>
      </p:sp>
      <p:sp>
        <p:nvSpPr>
          <p:cNvPr id="300" name="Google Shape;300;p34: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29</a:t>
            </a:fld>
            <a:endParaRPr lang="en-US"/>
          </a:p>
        </p:txBody>
      </p:sp>
    </p:spTree>
    <p:extLst>
      <p:ext uri="{BB962C8B-B14F-4D97-AF65-F5344CB8AC3E}">
        <p14:creationId xmlns:p14="http://schemas.microsoft.com/office/powerpoint/2010/main" val="32847160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p:cNvGrpSpPr/>
        <p:nvPr/>
      </p:nvGrpSpPr>
      <p:grpSpPr>
        <a:xfrm>
          <a:off x="0" y="0"/>
          <a:ext cx="0" cy="0"/>
          <a:chOff x="0" y="0"/>
          <a:chExt cx="0" cy="0"/>
        </a:xfrm>
      </p:grpSpPr>
      <p:sp>
        <p:nvSpPr>
          <p:cNvPr id="298" name="Google Shape;298;p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99" name="Google Shape;299;p3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lang="en-US" dirty="0"/>
          </a:p>
        </p:txBody>
      </p:sp>
      <p:sp>
        <p:nvSpPr>
          <p:cNvPr id="300" name="Google Shape;300;p34: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30</a:t>
            </a:fld>
            <a:endParaRPr lang="en-US"/>
          </a:p>
        </p:txBody>
      </p:sp>
    </p:spTree>
    <p:extLst>
      <p:ext uri="{BB962C8B-B14F-4D97-AF65-F5344CB8AC3E}">
        <p14:creationId xmlns:p14="http://schemas.microsoft.com/office/powerpoint/2010/main" val="241405212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p:cNvGrpSpPr/>
        <p:nvPr/>
      </p:nvGrpSpPr>
      <p:grpSpPr>
        <a:xfrm>
          <a:off x="0" y="0"/>
          <a:ext cx="0" cy="0"/>
          <a:chOff x="0" y="0"/>
          <a:chExt cx="0" cy="0"/>
        </a:xfrm>
      </p:grpSpPr>
      <p:sp>
        <p:nvSpPr>
          <p:cNvPr id="298" name="Google Shape;298;p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99" name="Google Shape;299;p3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lang="en-US" dirty="0"/>
          </a:p>
        </p:txBody>
      </p:sp>
      <p:sp>
        <p:nvSpPr>
          <p:cNvPr id="300" name="Google Shape;300;p34: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31</a:t>
            </a:fld>
            <a:endParaRPr lang="en-US"/>
          </a:p>
        </p:txBody>
      </p:sp>
    </p:spTree>
    <p:extLst>
      <p:ext uri="{BB962C8B-B14F-4D97-AF65-F5344CB8AC3E}">
        <p14:creationId xmlns:p14="http://schemas.microsoft.com/office/powerpoint/2010/main" val="210646951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p:cNvGrpSpPr/>
        <p:nvPr/>
      </p:nvGrpSpPr>
      <p:grpSpPr>
        <a:xfrm>
          <a:off x="0" y="0"/>
          <a:ext cx="0" cy="0"/>
          <a:chOff x="0" y="0"/>
          <a:chExt cx="0" cy="0"/>
        </a:xfrm>
      </p:grpSpPr>
      <p:sp>
        <p:nvSpPr>
          <p:cNvPr id="298" name="Google Shape;298;p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99" name="Google Shape;299;p3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lang="en-US" dirty="0"/>
          </a:p>
        </p:txBody>
      </p:sp>
      <p:sp>
        <p:nvSpPr>
          <p:cNvPr id="300" name="Google Shape;300;p34: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32</a:t>
            </a:fld>
            <a:endParaRPr lang="en-US"/>
          </a:p>
        </p:txBody>
      </p:sp>
    </p:spTree>
    <p:extLst>
      <p:ext uri="{BB962C8B-B14F-4D97-AF65-F5344CB8AC3E}">
        <p14:creationId xmlns:p14="http://schemas.microsoft.com/office/powerpoint/2010/main" val="171668552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p:cNvGrpSpPr/>
        <p:nvPr/>
      </p:nvGrpSpPr>
      <p:grpSpPr>
        <a:xfrm>
          <a:off x="0" y="0"/>
          <a:ext cx="0" cy="0"/>
          <a:chOff x="0" y="0"/>
          <a:chExt cx="0" cy="0"/>
        </a:xfrm>
      </p:grpSpPr>
      <p:sp>
        <p:nvSpPr>
          <p:cNvPr id="298" name="Google Shape;298;p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99" name="Google Shape;299;p3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lang="en-US" dirty="0"/>
          </a:p>
        </p:txBody>
      </p:sp>
      <p:sp>
        <p:nvSpPr>
          <p:cNvPr id="300" name="Google Shape;300;p34: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33</a:t>
            </a:fld>
            <a:endParaRPr lang="en-US"/>
          </a:p>
        </p:txBody>
      </p:sp>
    </p:spTree>
    <p:extLst>
      <p:ext uri="{BB962C8B-B14F-4D97-AF65-F5344CB8AC3E}">
        <p14:creationId xmlns:p14="http://schemas.microsoft.com/office/powerpoint/2010/main" val="202631989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p:cNvGrpSpPr/>
        <p:nvPr/>
      </p:nvGrpSpPr>
      <p:grpSpPr>
        <a:xfrm>
          <a:off x="0" y="0"/>
          <a:ext cx="0" cy="0"/>
          <a:chOff x="0" y="0"/>
          <a:chExt cx="0" cy="0"/>
        </a:xfrm>
      </p:grpSpPr>
      <p:sp>
        <p:nvSpPr>
          <p:cNvPr id="298" name="Google Shape;298;p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99" name="Google Shape;299;p3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dirty="0"/>
              <a:t>Nên chọn màu nền sáng: trắng , xám để nổi bật sp</a:t>
            </a:r>
          </a:p>
        </p:txBody>
      </p:sp>
      <p:sp>
        <p:nvSpPr>
          <p:cNvPr id="300" name="Google Shape;300;p34: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34</a:t>
            </a:fld>
            <a:endParaRPr lang="en-US"/>
          </a:p>
        </p:txBody>
      </p:sp>
    </p:spTree>
    <p:extLst>
      <p:ext uri="{BB962C8B-B14F-4D97-AF65-F5344CB8AC3E}">
        <p14:creationId xmlns:p14="http://schemas.microsoft.com/office/powerpoint/2010/main" val="133578320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p:cNvGrpSpPr/>
        <p:nvPr/>
      </p:nvGrpSpPr>
      <p:grpSpPr>
        <a:xfrm>
          <a:off x="0" y="0"/>
          <a:ext cx="0" cy="0"/>
          <a:chOff x="0" y="0"/>
          <a:chExt cx="0" cy="0"/>
        </a:xfrm>
      </p:grpSpPr>
      <p:sp>
        <p:nvSpPr>
          <p:cNvPr id="298" name="Google Shape;298;p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99" name="Google Shape;299;p3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dirty="0"/>
              <a:t>Nên sd màu nền tối, thúc đẩy thương hiệu sd tối ưu màu thương hiện để nhận dạng thương hiệu</a:t>
            </a:r>
          </a:p>
          <a:p>
            <a:pPr marL="0" lvl="0" indent="0" algn="l" rtl="0">
              <a:lnSpc>
                <a:spcPct val="100000"/>
              </a:lnSpc>
              <a:spcBef>
                <a:spcPts val="0"/>
              </a:spcBef>
              <a:spcAft>
                <a:spcPts val="0"/>
              </a:spcAft>
              <a:buSzPts val="1400"/>
              <a:buNone/>
            </a:pPr>
            <a:endParaRPr lang="en-US" dirty="0"/>
          </a:p>
        </p:txBody>
      </p:sp>
      <p:sp>
        <p:nvSpPr>
          <p:cNvPr id="300" name="Google Shape;300;p34: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35</a:t>
            </a:fld>
            <a:endParaRPr lang="en-US"/>
          </a:p>
        </p:txBody>
      </p:sp>
    </p:spTree>
    <p:extLst>
      <p:ext uri="{BB962C8B-B14F-4D97-AF65-F5344CB8AC3E}">
        <p14:creationId xmlns:p14="http://schemas.microsoft.com/office/powerpoint/2010/main" val="314727647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p:cNvGrpSpPr/>
        <p:nvPr/>
      </p:nvGrpSpPr>
      <p:grpSpPr>
        <a:xfrm>
          <a:off x="0" y="0"/>
          <a:ext cx="0" cy="0"/>
          <a:chOff x="0" y="0"/>
          <a:chExt cx="0" cy="0"/>
        </a:xfrm>
      </p:grpSpPr>
      <p:sp>
        <p:nvSpPr>
          <p:cNvPr id="298" name="Google Shape;298;p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99" name="Google Shape;299;p3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lang="en-US" dirty="0"/>
          </a:p>
        </p:txBody>
      </p:sp>
      <p:sp>
        <p:nvSpPr>
          <p:cNvPr id="300" name="Google Shape;300;p34: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36</a:t>
            </a:fld>
            <a:endParaRPr lang="en-US"/>
          </a:p>
        </p:txBody>
      </p:sp>
    </p:spTree>
    <p:extLst>
      <p:ext uri="{BB962C8B-B14F-4D97-AF65-F5344CB8AC3E}">
        <p14:creationId xmlns:p14="http://schemas.microsoft.com/office/powerpoint/2010/main" val="226500452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p:cNvGrpSpPr/>
        <p:nvPr/>
      </p:nvGrpSpPr>
      <p:grpSpPr>
        <a:xfrm>
          <a:off x="0" y="0"/>
          <a:ext cx="0" cy="0"/>
          <a:chOff x="0" y="0"/>
          <a:chExt cx="0" cy="0"/>
        </a:xfrm>
      </p:grpSpPr>
      <p:sp>
        <p:nvSpPr>
          <p:cNvPr id="298" name="Google Shape;298;p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99" name="Google Shape;299;p3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dirty="0"/>
              <a:t>Màu nên tối, hoặc hoa văn, phối hơph màu sắc,… không theo ntac nào cả</a:t>
            </a:r>
          </a:p>
          <a:p>
            <a:pPr marL="0" lvl="0" indent="0" algn="l" rtl="0">
              <a:lnSpc>
                <a:spcPct val="100000"/>
              </a:lnSpc>
              <a:spcBef>
                <a:spcPts val="0"/>
              </a:spcBef>
              <a:spcAft>
                <a:spcPts val="0"/>
              </a:spcAft>
              <a:buSzPts val="1400"/>
              <a:buNone/>
            </a:pPr>
            <a:endParaRPr lang="en-US" dirty="0"/>
          </a:p>
        </p:txBody>
      </p:sp>
      <p:sp>
        <p:nvSpPr>
          <p:cNvPr id="300" name="Google Shape;300;p34: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37</a:t>
            </a:fld>
            <a:endParaRPr lang="en-US"/>
          </a:p>
        </p:txBody>
      </p:sp>
    </p:spTree>
    <p:extLst>
      <p:ext uri="{BB962C8B-B14F-4D97-AF65-F5344CB8AC3E}">
        <p14:creationId xmlns:p14="http://schemas.microsoft.com/office/powerpoint/2010/main" val="392314482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p:cNvGrpSpPr/>
        <p:nvPr/>
      </p:nvGrpSpPr>
      <p:grpSpPr>
        <a:xfrm>
          <a:off x="0" y="0"/>
          <a:ext cx="0" cy="0"/>
          <a:chOff x="0" y="0"/>
          <a:chExt cx="0" cy="0"/>
        </a:xfrm>
      </p:grpSpPr>
      <p:sp>
        <p:nvSpPr>
          <p:cNvPr id="298" name="Google Shape;298;p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99" name="Google Shape;299;p3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lang="en-US" dirty="0"/>
          </a:p>
        </p:txBody>
      </p:sp>
      <p:sp>
        <p:nvSpPr>
          <p:cNvPr id="300" name="Google Shape;300;p34: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38</a:t>
            </a:fld>
            <a:endParaRPr lang="en-US"/>
          </a:p>
        </p:txBody>
      </p:sp>
    </p:spTree>
    <p:extLst>
      <p:ext uri="{BB962C8B-B14F-4D97-AF65-F5344CB8AC3E}">
        <p14:creationId xmlns:p14="http://schemas.microsoft.com/office/powerpoint/2010/main" val="139725073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p:cNvGrpSpPr/>
        <p:nvPr/>
      </p:nvGrpSpPr>
      <p:grpSpPr>
        <a:xfrm>
          <a:off x="0" y="0"/>
          <a:ext cx="0" cy="0"/>
          <a:chOff x="0" y="0"/>
          <a:chExt cx="0" cy="0"/>
        </a:xfrm>
      </p:grpSpPr>
      <p:sp>
        <p:nvSpPr>
          <p:cNvPr id="298" name="Google Shape;298;p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99" name="Google Shape;299;p3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lang="en-US" dirty="0"/>
          </a:p>
        </p:txBody>
      </p:sp>
      <p:sp>
        <p:nvSpPr>
          <p:cNvPr id="300" name="Google Shape;300;p34: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39</a:t>
            </a:fld>
            <a:endParaRPr lang="en-US"/>
          </a:p>
        </p:txBody>
      </p:sp>
    </p:spTree>
    <p:extLst>
      <p:ext uri="{BB962C8B-B14F-4D97-AF65-F5344CB8AC3E}">
        <p14:creationId xmlns:p14="http://schemas.microsoft.com/office/powerpoint/2010/main" val="280866299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p:cNvGrpSpPr/>
        <p:nvPr/>
      </p:nvGrpSpPr>
      <p:grpSpPr>
        <a:xfrm>
          <a:off x="0" y="0"/>
          <a:ext cx="0" cy="0"/>
          <a:chOff x="0" y="0"/>
          <a:chExt cx="0" cy="0"/>
        </a:xfrm>
      </p:grpSpPr>
      <p:sp>
        <p:nvSpPr>
          <p:cNvPr id="298" name="Google Shape;298;p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99" name="Google Shape;299;p3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dirty="0"/>
              <a:t>Lướt web dt bang buổi đem, web sáng và tối.</a:t>
            </a:r>
          </a:p>
          <a:p>
            <a:pPr marL="0" lvl="0" indent="0" algn="l" rtl="0">
              <a:lnSpc>
                <a:spcPct val="100000"/>
              </a:lnSpc>
              <a:spcBef>
                <a:spcPts val="0"/>
              </a:spcBef>
              <a:spcAft>
                <a:spcPts val="0"/>
              </a:spcAft>
              <a:buSzPts val="1400"/>
              <a:buNone/>
            </a:pPr>
            <a:r>
              <a:rPr lang="en-US" dirty="0"/>
              <a:t>Có chiều sâu, dễ nhìn, tối giản nhiều khoảng trống</a:t>
            </a:r>
          </a:p>
          <a:p>
            <a:pPr marL="0" lvl="0" indent="0" algn="l" rtl="0">
              <a:lnSpc>
                <a:spcPct val="100000"/>
              </a:lnSpc>
              <a:spcBef>
                <a:spcPts val="0"/>
              </a:spcBef>
              <a:spcAft>
                <a:spcPts val="0"/>
              </a:spcAft>
              <a:buSzPts val="1400"/>
              <a:buNone/>
            </a:pPr>
            <a:r>
              <a:rPr lang="en-US" dirty="0"/>
              <a:t>Trang web ít thông tin thì nên chin màu nền tối để những khoảng trống của mình không bị thô</a:t>
            </a:r>
          </a:p>
        </p:txBody>
      </p:sp>
      <p:sp>
        <p:nvSpPr>
          <p:cNvPr id="300" name="Google Shape;300;p34: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40</a:t>
            </a:fld>
            <a:endParaRPr lang="en-US"/>
          </a:p>
        </p:txBody>
      </p:sp>
    </p:spTree>
    <p:extLst>
      <p:ext uri="{BB962C8B-B14F-4D97-AF65-F5344CB8AC3E}">
        <p14:creationId xmlns:p14="http://schemas.microsoft.com/office/powerpoint/2010/main" val="1782156453"/>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p:cNvGrpSpPr/>
        <p:nvPr/>
      </p:nvGrpSpPr>
      <p:grpSpPr>
        <a:xfrm>
          <a:off x="0" y="0"/>
          <a:ext cx="0" cy="0"/>
          <a:chOff x="0" y="0"/>
          <a:chExt cx="0" cy="0"/>
        </a:xfrm>
      </p:grpSpPr>
      <p:sp>
        <p:nvSpPr>
          <p:cNvPr id="298" name="Google Shape;298;p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99" name="Google Shape;299;p3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lang="en-US" dirty="0"/>
          </a:p>
        </p:txBody>
      </p:sp>
      <p:sp>
        <p:nvSpPr>
          <p:cNvPr id="300" name="Google Shape;300;p34: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41</a:t>
            </a:fld>
            <a:endParaRPr lang="en-US"/>
          </a:p>
        </p:txBody>
      </p:sp>
    </p:spTree>
    <p:extLst>
      <p:ext uri="{BB962C8B-B14F-4D97-AF65-F5344CB8AC3E}">
        <p14:creationId xmlns:p14="http://schemas.microsoft.com/office/powerpoint/2010/main" val="1131680836"/>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p:cNvGrpSpPr/>
        <p:nvPr/>
      </p:nvGrpSpPr>
      <p:grpSpPr>
        <a:xfrm>
          <a:off x="0" y="0"/>
          <a:ext cx="0" cy="0"/>
          <a:chOff x="0" y="0"/>
          <a:chExt cx="0" cy="0"/>
        </a:xfrm>
      </p:grpSpPr>
      <p:sp>
        <p:nvSpPr>
          <p:cNvPr id="298" name="Google Shape;298;p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99" name="Google Shape;299;p3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lang="en-US" dirty="0"/>
          </a:p>
        </p:txBody>
      </p:sp>
      <p:sp>
        <p:nvSpPr>
          <p:cNvPr id="300" name="Google Shape;300;p34: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42</a:t>
            </a:fld>
            <a:endParaRPr lang="en-US"/>
          </a:p>
        </p:txBody>
      </p:sp>
    </p:spTree>
    <p:extLst>
      <p:ext uri="{BB962C8B-B14F-4D97-AF65-F5344CB8AC3E}">
        <p14:creationId xmlns:p14="http://schemas.microsoft.com/office/powerpoint/2010/main" val="1238211035"/>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p:cNvGrpSpPr/>
        <p:nvPr/>
      </p:nvGrpSpPr>
      <p:grpSpPr>
        <a:xfrm>
          <a:off x="0" y="0"/>
          <a:ext cx="0" cy="0"/>
          <a:chOff x="0" y="0"/>
          <a:chExt cx="0" cy="0"/>
        </a:xfrm>
      </p:grpSpPr>
      <p:sp>
        <p:nvSpPr>
          <p:cNvPr id="298" name="Google Shape;298;p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99" name="Google Shape;299;p3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lang="en-US" dirty="0"/>
          </a:p>
        </p:txBody>
      </p:sp>
      <p:sp>
        <p:nvSpPr>
          <p:cNvPr id="300" name="Google Shape;300;p34: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43</a:t>
            </a:fld>
            <a:endParaRPr lang="en-US"/>
          </a:p>
        </p:txBody>
      </p:sp>
    </p:spTree>
    <p:extLst>
      <p:ext uri="{BB962C8B-B14F-4D97-AF65-F5344CB8AC3E}">
        <p14:creationId xmlns:p14="http://schemas.microsoft.com/office/powerpoint/2010/main" val="1140286929"/>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p:cNvGrpSpPr/>
        <p:nvPr/>
      </p:nvGrpSpPr>
      <p:grpSpPr>
        <a:xfrm>
          <a:off x="0" y="0"/>
          <a:ext cx="0" cy="0"/>
          <a:chOff x="0" y="0"/>
          <a:chExt cx="0" cy="0"/>
        </a:xfrm>
      </p:grpSpPr>
      <p:sp>
        <p:nvSpPr>
          <p:cNvPr id="298" name="Google Shape;298;p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99" name="Google Shape;299;p3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lang="en-US" dirty="0"/>
          </a:p>
        </p:txBody>
      </p:sp>
      <p:sp>
        <p:nvSpPr>
          <p:cNvPr id="300" name="Google Shape;300;p34: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44</a:t>
            </a:fld>
            <a:endParaRPr lang="en-US"/>
          </a:p>
        </p:txBody>
      </p:sp>
    </p:spTree>
    <p:extLst>
      <p:ext uri="{BB962C8B-B14F-4D97-AF65-F5344CB8AC3E}">
        <p14:creationId xmlns:p14="http://schemas.microsoft.com/office/powerpoint/2010/main" val="1050026317"/>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p:cNvGrpSpPr/>
        <p:nvPr/>
      </p:nvGrpSpPr>
      <p:grpSpPr>
        <a:xfrm>
          <a:off x="0" y="0"/>
          <a:ext cx="0" cy="0"/>
          <a:chOff x="0" y="0"/>
          <a:chExt cx="0" cy="0"/>
        </a:xfrm>
      </p:grpSpPr>
      <p:sp>
        <p:nvSpPr>
          <p:cNvPr id="298" name="Google Shape;298;p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99" name="Google Shape;299;p3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lang="en-US" dirty="0"/>
          </a:p>
        </p:txBody>
      </p:sp>
      <p:sp>
        <p:nvSpPr>
          <p:cNvPr id="300" name="Google Shape;300;p34: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45</a:t>
            </a:fld>
            <a:endParaRPr lang="en-US"/>
          </a:p>
        </p:txBody>
      </p:sp>
    </p:spTree>
    <p:extLst>
      <p:ext uri="{BB962C8B-B14F-4D97-AF65-F5344CB8AC3E}">
        <p14:creationId xmlns:p14="http://schemas.microsoft.com/office/powerpoint/2010/main" val="3552276917"/>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p:cNvGrpSpPr/>
        <p:nvPr/>
      </p:nvGrpSpPr>
      <p:grpSpPr>
        <a:xfrm>
          <a:off x="0" y="0"/>
          <a:ext cx="0" cy="0"/>
          <a:chOff x="0" y="0"/>
          <a:chExt cx="0" cy="0"/>
        </a:xfrm>
      </p:grpSpPr>
      <p:sp>
        <p:nvSpPr>
          <p:cNvPr id="298" name="Google Shape;298;p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99" name="Google Shape;299;p3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lang="en-US" dirty="0"/>
          </a:p>
        </p:txBody>
      </p:sp>
      <p:sp>
        <p:nvSpPr>
          <p:cNvPr id="300" name="Google Shape;300;p34: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46</a:t>
            </a:fld>
            <a:endParaRPr lang="en-US"/>
          </a:p>
        </p:txBody>
      </p:sp>
    </p:spTree>
    <p:extLst>
      <p:ext uri="{BB962C8B-B14F-4D97-AF65-F5344CB8AC3E}">
        <p14:creationId xmlns:p14="http://schemas.microsoft.com/office/powerpoint/2010/main" val="2461441546"/>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p:cNvGrpSpPr/>
        <p:nvPr/>
      </p:nvGrpSpPr>
      <p:grpSpPr>
        <a:xfrm>
          <a:off x="0" y="0"/>
          <a:ext cx="0" cy="0"/>
          <a:chOff x="0" y="0"/>
          <a:chExt cx="0" cy="0"/>
        </a:xfrm>
      </p:grpSpPr>
      <p:sp>
        <p:nvSpPr>
          <p:cNvPr id="298" name="Google Shape;298;p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99" name="Google Shape;299;p3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lang="en-US" dirty="0"/>
          </a:p>
        </p:txBody>
      </p:sp>
      <p:sp>
        <p:nvSpPr>
          <p:cNvPr id="300" name="Google Shape;300;p34: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47</a:t>
            </a:fld>
            <a:endParaRPr lang="en-US"/>
          </a:p>
        </p:txBody>
      </p:sp>
    </p:spTree>
    <p:extLst>
      <p:ext uri="{BB962C8B-B14F-4D97-AF65-F5344CB8AC3E}">
        <p14:creationId xmlns:p14="http://schemas.microsoft.com/office/powerpoint/2010/main" val="2117541382"/>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p:cNvGrpSpPr/>
        <p:nvPr/>
      </p:nvGrpSpPr>
      <p:grpSpPr>
        <a:xfrm>
          <a:off x="0" y="0"/>
          <a:ext cx="0" cy="0"/>
          <a:chOff x="0" y="0"/>
          <a:chExt cx="0" cy="0"/>
        </a:xfrm>
      </p:grpSpPr>
      <p:sp>
        <p:nvSpPr>
          <p:cNvPr id="298" name="Google Shape;298;p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99" name="Google Shape;299;p3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lang="en-US" dirty="0"/>
          </a:p>
        </p:txBody>
      </p:sp>
      <p:sp>
        <p:nvSpPr>
          <p:cNvPr id="300" name="Google Shape;300;p34: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48</a:t>
            </a:fld>
            <a:endParaRPr lang="en-US"/>
          </a:p>
        </p:txBody>
      </p:sp>
    </p:spTree>
    <p:extLst>
      <p:ext uri="{BB962C8B-B14F-4D97-AF65-F5344CB8AC3E}">
        <p14:creationId xmlns:p14="http://schemas.microsoft.com/office/powerpoint/2010/main" val="4148304668"/>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1"/>
        <p:cNvGrpSpPr/>
        <p:nvPr/>
      </p:nvGrpSpPr>
      <p:grpSpPr>
        <a:xfrm>
          <a:off x="0" y="0"/>
          <a:ext cx="0" cy="0"/>
          <a:chOff x="0" y="0"/>
          <a:chExt cx="0" cy="0"/>
        </a:xfrm>
      </p:grpSpPr>
      <p:sp>
        <p:nvSpPr>
          <p:cNvPr id="382" name="Google Shape;382;p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383" name="Google Shape;383;p4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84" name="Google Shape;384;p44: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a:solidFill>
                  <a:srgbClr val="000000"/>
                </a:solidFill>
                <a:latin typeface="Arial" panose="020B0604020202020204"/>
                <a:ea typeface="Arial" panose="020B0604020202020204"/>
                <a:cs typeface="Arial" panose="020B0604020202020204"/>
                <a:sym typeface="Arial" panose="020B0604020202020204"/>
              </a:rPr>
              <a:t>49</a:t>
            </a:fld>
            <a:endParaRPr sz="1200">
              <a:solidFill>
                <a:srgbClr val="000000"/>
              </a:solidFill>
              <a:latin typeface="Arial" panose="020B0604020202020204"/>
              <a:ea typeface="Arial" panose="020B0604020202020204"/>
              <a:cs typeface="Arial" panose="020B0604020202020204"/>
              <a:sym typeface="Arial" panose="020B0604020202020204"/>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grpSp>
        <p:nvGrpSpPr>
          <p:cNvPr id="16" name="Google Shape;16;p46"/>
          <p:cNvGrpSpPr/>
          <p:nvPr/>
        </p:nvGrpSpPr>
        <p:grpSpPr>
          <a:xfrm>
            <a:off x="3" y="6200775"/>
            <a:ext cx="12204700" cy="657225"/>
            <a:chOff x="0" y="5994401"/>
            <a:chExt cx="9153525" cy="863385"/>
          </a:xfrm>
        </p:grpSpPr>
        <p:sp>
          <p:nvSpPr>
            <p:cNvPr id="17" name="Google Shape;17;p46"/>
            <p:cNvSpPr/>
            <p:nvPr/>
          </p:nvSpPr>
          <p:spPr>
            <a:xfrm>
              <a:off x="0" y="5994862"/>
              <a:ext cx="9153525" cy="862924"/>
            </a:xfrm>
            <a:prstGeom prst="rect">
              <a:avLst/>
            </a:prstGeom>
            <a:solidFill>
              <a:srgbClr val="D7D7D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panose="020F0502020204030204"/>
                <a:ea typeface="Calibri" panose="020F0502020204030204"/>
                <a:cs typeface="Calibri" panose="020F0502020204030204"/>
                <a:sym typeface="Calibri" panose="020F0502020204030204"/>
              </a:endParaRPr>
            </a:p>
          </p:txBody>
        </p:sp>
        <p:sp>
          <p:nvSpPr>
            <p:cNvPr id="18" name="Google Shape;18;p46"/>
            <p:cNvSpPr/>
            <p:nvPr/>
          </p:nvSpPr>
          <p:spPr>
            <a:xfrm>
              <a:off x="3866605" y="5994401"/>
              <a:ext cx="4869720" cy="863384"/>
            </a:xfrm>
            <a:prstGeom prst="parallelogram">
              <a:avLst>
                <a:gd name="adj" fmla="val 53837"/>
              </a:avLst>
            </a:prstGeom>
            <a:solidFill>
              <a:srgbClr val="F2F2F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panose="020F0502020204030204"/>
                <a:ea typeface="Calibri" panose="020F0502020204030204"/>
                <a:cs typeface="Calibri" panose="020F0502020204030204"/>
                <a:sym typeface="Calibri" panose="020F0502020204030204"/>
              </a:endParaRPr>
            </a:p>
          </p:txBody>
        </p:sp>
      </p:grpSp>
      <p:sp>
        <p:nvSpPr>
          <p:cNvPr id="20" name="Google Shape;20;p46"/>
          <p:cNvSpPr txBox="1">
            <a:spLocks noGrp="1"/>
          </p:cNvSpPr>
          <p:nvPr>
            <p:ph type="ctrTitle"/>
          </p:nvPr>
        </p:nvSpPr>
        <p:spPr>
          <a:xfrm>
            <a:off x="412753" y="381000"/>
            <a:ext cx="11379200" cy="1468967"/>
          </a:xfrm>
          <a:prstGeom prst="rect">
            <a:avLst/>
          </a:prstGeom>
          <a:noFill/>
          <a:ln>
            <a:noFill/>
          </a:ln>
        </p:spPr>
        <p:txBody>
          <a:bodyPr spcFirstLastPara="1" wrap="square" lIns="91425" tIns="45700" rIns="91425" bIns="45700" anchor="ctr" anchorCtr="0">
            <a:normAutofit/>
          </a:bodyPr>
          <a:lstStyle>
            <a:lvl1pPr lvl="0" algn="l">
              <a:spcBef>
                <a:spcPts val="0"/>
              </a:spcBef>
              <a:spcAft>
                <a:spcPts val="0"/>
              </a:spcAft>
              <a:buClr>
                <a:schemeClr val="dk2"/>
              </a:buClr>
              <a:buSzPts val="4000"/>
              <a:buFont typeface="Quattrocento Sans" panose="020B0502050000020003"/>
              <a:buNone/>
              <a:defRPr sz="4000" b="1">
                <a:solidFill>
                  <a:schemeClr val="dk2"/>
                </a:solidFill>
                <a:latin typeface="Quattrocento Sans" panose="020B0502050000020003"/>
                <a:ea typeface="Quattrocento Sans" panose="020B0502050000020003"/>
                <a:cs typeface="Quattrocento Sans" panose="020B0502050000020003"/>
                <a:sym typeface="Quattrocento Sans" panose="020B0502050000020003"/>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1" name="Google Shape;21;p46"/>
          <p:cNvSpPr txBox="1">
            <a:spLocks noGrp="1"/>
          </p:cNvSpPr>
          <p:nvPr>
            <p:ph type="subTitle" idx="1"/>
          </p:nvPr>
        </p:nvSpPr>
        <p:spPr>
          <a:xfrm>
            <a:off x="5656313" y="6282000"/>
            <a:ext cx="3139128" cy="492443"/>
          </a:xfrm>
          <a:prstGeom prst="rect">
            <a:avLst/>
          </a:prstGeom>
          <a:noFill/>
          <a:ln>
            <a:noFill/>
          </a:ln>
        </p:spPr>
        <p:txBody>
          <a:bodyPr spcFirstLastPara="1" wrap="square" lIns="0" tIns="0" rIns="0" bIns="0" anchor="t" anchorCtr="0">
            <a:spAutoFit/>
          </a:bodyPr>
          <a:lstStyle>
            <a:lvl1pPr lvl="0" algn="l">
              <a:spcBef>
                <a:spcPts val="320"/>
              </a:spcBef>
              <a:spcAft>
                <a:spcPts val="0"/>
              </a:spcAft>
              <a:buSzPts val="1600"/>
              <a:buNone/>
              <a:defRPr sz="1600">
                <a:solidFill>
                  <a:srgbClr val="888888"/>
                </a:solidFill>
                <a:latin typeface="Quattrocento Sans" panose="020B0502050000020003"/>
                <a:ea typeface="Quattrocento Sans" panose="020B0502050000020003"/>
                <a:cs typeface="Quattrocento Sans" panose="020B0502050000020003"/>
                <a:sym typeface="Quattrocento Sans" panose="020B0502050000020003"/>
              </a:defRPr>
            </a:lvl1pPr>
            <a:lvl2pPr lvl="1" algn="ctr">
              <a:spcBef>
                <a:spcPts val="480"/>
              </a:spcBef>
              <a:spcAft>
                <a:spcPts val="0"/>
              </a:spcAft>
              <a:buSzPts val="2400"/>
              <a:buNone/>
              <a:defRPr>
                <a:solidFill>
                  <a:srgbClr val="888888"/>
                </a:solidFill>
              </a:defRPr>
            </a:lvl2pPr>
            <a:lvl3pPr lvl="2" algn="ctr">
              <a:spcBef>
                <a:spcPts val="360"/>
              </a:spcBef>
              <a:spcAft>
                <a:spcPts val="0"/>
              </a:spcAft>
              <a:buClr>
                <a:srgbClr val="888888"/>
              </a:buClr>
              <a:buSzPts val="1800"/>
              <a:buNone/>
              <a:defRPr>
                <a:solidFill>
                  <a:srgbClr val="888888"/>
                </a:solidFill>
              </a:defRPr>
            </a:lvl3pPr>
            <a:lvl4pPr lvl="3" algn="ctr">
              <a:spcBef>
                <a:spcPts val="320"/>
              </a:spcBef>
              <a:spcAft>
                <a:spcPts val="0"/>
              </a:spcAft>
              <a:buClr>
                <a:srgbClr val="888888"/>
              </a:buClr>
              <a:buSzPts val="1600"/>
              <a:buNone/>
              <a:defRPr>
                <a:solidFill>
                  <a:srgbClr val="888888"/>
                </a:solidFill>
              </a:defRPr>
            </a:lvl4pPr>
            <a:lvl5pPr lvl="4" algn="ctr">
              <a:spcBef>
                <a:spcPts val="320"/>
              </a:spcBef>
              <a:spcAft>
                <a:spcPts val="0"/>
              </a:spcAft>
              <a:buClr>
                <a:srgbClr val="888888"/>
              </a:buClr>
              <a:buSzPts val="16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22" name="Google Shape;22;p46"/>
          <p:cNvSpPr txBox="1">
            <a:spLocks noGrp="1"/>
          </p:cNvSpPr>
          <p:nvPr>
            <p:ph type="sldNum" idx="12"/>
          </p:nvPr>
        </p:nvSpPr>
        <p:spPr>
          <a:xfrm>
            <a:off x="11419840" y="6356360"/>
            <a:ext cx="696685" cy="366183"/>
          </a:xfrm>
          <a:prstGeom prst="rect">
            <a:avLst/>
          </a:prstGeom>
          <a:noFill/>
          <a:ln>
            <a:noFill/>
          </a:ln>
        </p:spPr>
        <p:txBody>
          <a:bodyPr spcFirstLastPara="1" wrap="square" lIns="91425" tIns="45700" rIns="91425" bIns="45700" anchor="ctr" anchorCtr="0">
            <a:noAutofit/>
          </a:bodyPr>
          <a:lstStyle>
            <a:lvl1pPr marL="0" lvl="0" indent="0" algn="ctr">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lvl="1" indent="0" algn="ctr">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lvl="2" indent="0" algn="ctr">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lvl="3" indent="0" algn="ctr">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lvl="4" indent="0" algn="ctr">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lvl="5" indent="0" algn="ctr">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lvl="6" indent="0" algn="ctr">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lvl="7" indent="0" algn="ctr">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lvl="8" indent="0" algn="ctr">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ct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2_Title and Content">
  <p:cSld name="2_Title and Content">
    <p:spTree>
      <p:nvGrpSpPr>
        <p:cNvPr id="1" name="Shape 23"/>
        <p:cNvGrpSpPr/>
        <p:nvPr/>
      </p:nvGrpSpPr>
      <p:grpSpPr>
        <a:xfrm>
          <a:off x="0" y="0"/>
          <a:ext cx="0" cy="0"/>
          <a:chOff x="0" y="0"/>
          <a:chExt cx="0" cy="0"/>
        </a:xfrm>
      </p:grpSpPr>
      <p:sp>
        <p:nvSpPr>
          <p:cNvPr id="24" name="Google Shape;24;p47"/>
          <p:cNvSpPr txBox="1">
            <a:spLocks noGrp="1"/>
          </p:cNvSpPr>
          <p:nvPr>
            <p:ph type="title"/>
          </p:nvPr>
        </p:nvSpPr>
        <p:spPr>
          <a:xfrm>
            <a:off x="2336800" y="198438"/>
            <a:ext cx="9448800" cy="487362"/>
          </a:xfrm>
          <a:prstGeom prst="rect">
            <a:avLst/>
          </a:prstGeom>
          <a:noFill/>
          <a:ln>
            <a:noFill/>
          </a:ln>
        </p:spPr>
        <p:txBody>
          <a:bodyPr spcFirstLastPara="1" wrap="square" lIns="91425" tIns="45700" rIns="91425" bIns="45700" anchor="t" anchorCtr="0">
            <a:normAutofit/>
          </a:bodyPr>
          <a:lstStyle>
            <a:lvl1pPr lvl="0" algn="r">
              <a:spcBef>
                <a:spcPts val="0"/>
              </a:spcBef>
              <a:spcAft>
                <a:spcPts val="0"/>
              </a:spcAft>
              <a:buClr>
                <a:schemeClr val="lt1"/>
              </a:buClr>
              <a:buSzPts val="2400"/>
              <a:buFont typeface="Quattrocento Sans" panose="020B0502050000020003"/>
              <a:buNone/>
              <a:defRPr sz="2400" b="0" i="0">
                <a:solidFill>
                  <a:schemeClr val="lt1"/>
                </a:solidFill>
                <a:latin typeface="Quattrocento Sans" panose="020B0502050000020003"/>
                <a:ea typeface="Quattrocento Sans" panose="020B0502050000020003"/>
                <a:cs typeface="Quattrocento Sans" panose="020B0502050000020003"/>
                <a:sym typeface="Quattrocento Sans" panose="020B0502050000020003"/>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47"/>
          <p:cNvSpPr txBox="1">
            <a:spLocks noGrp="1"/>
          </p:cNvSpPr>
          <p:nvPr>
            <p:ph type="body" idx="1"/>
          </p:nvPr>
        </p:nvSpPr>
        <p:spPr>
          <a:xfrm>
            <a:off x="1727200" y="1066800"/>
            <a:ext cx="10363200" cy="457200"/>
          </a:xfrm>
          <a:prstGeom prst="rect">
            <a:avLst/>
          </a:prstGeom>
          <a:noFill/>
          <a:ln>
            <a:noFill/>
          </a:ln>
        </p:spPr>
        <p:txBody>
          <a:bodyPr spcFirstLastPara="1" wrap="square" lIns="91425" tIns="45700" rIns="91425" bIns="45700" anchor="t" anchorCtr="0">
            <a:normAutofit/>
          </a:bodyPr>
          <a:lstStyle>
            <a:lvl1pPr marL="457200" lvl="0" indent="-228600" algn="l">
              <a:spcBef>
                <a:spcPts val="480"/>
              </a:spcBef>
              <a:spcAft>
                <a:spcPts val="0"/>
              </a:spcAft>
              <a:buSzPts val="2400"/>
              <a:buFont typeface="Quattrocento Sans" panose="020B0502050000020003"/>
              <a:buNone/>
              <a:defRPr sz="2400" b="1">
                <a:latin typeface="Quattrocento Sans" panose="020B0502050000020003"/>
                <a:ea typeface="Quattrocento Sans" panose="020B0502050000020003"/>
                <a:cs typeface="Quattrocento Sans" panose="020B0502050000020003"/>
                <a:sym typeface="Quattrocento Sans" panose="020B0502050000020003"/>
              </a:defRPr>
            </a:lvl1pPr>
            <a:lvl2pPr marL="914400" lvl="1" indent="-228600" algn="just">
              <a:spcBef>
                <a:spcPts val="320"/>
              </a:spcBef>
              <a:spcAft>
                <a:spcPts val="0"/>
              </a:spcAft>
              <a:buSzPts val="1600"/>
              <a:buFont typeface="Roboto" panose="02000000000000000000"/>
              <a:buNone/>
              <a:defRPr sz="1600">
                <a:latin typeface="Roboto" panose="02000000000000000000"/>
                <a:ea typeface="Roboto" panose="02000000000000000000"/>
                <a:cs typeface="Roboto" panose="02000000000000000000"/>
                <a:sym typeface="Roboto" panose="02000000000000000000"/>
              </a:defRPr>
            </a:lvl2pPr>
            <a:lvl3pPr marL="1371600" lvl="2" indent="-330200" algn="just">
              <a:spcBef>
                <a:spcPts val="320"/>
              </a:spcBef>
              <a:spcAft>
                <a:spcPts val="0"/>
              </a:spcAft>
              <a:buClr>
                <a:schemeClr val="dk1"/>
              </a:buClr>
              <a:buSzPts val="1600"/>
              <a:buChar char="•"/>
              <a:defRPr sz="1600">
                <a:latin typeface="Roboto" panose="02000000000000000000"/>
                <a:ea typeface="Roboto" panose="02000000000000000000"/>
                <a:cs typeface="Roboto" panose="02000000000000000000"/>
                <a:sym typeface="Roboto" panose="02000000000000000000"/>
              </a:defRPr>
            </a:lvl3pPr>
            <a:lvl4pPr marL="1828800" lvl="3" indent="-330200" algn="just">
              <a:spcBef>
                <a:spcPts val="320"/>
              </a:spcBef>
              <a:spcAft>
                <a:spcPts val="0"/>
              </a:spcAft>
              <a:buClr>
                <a:schemeClr val="dk1"/>
              </a:buClr>
              <a:buSzPts val="1600"/>
              <a:buFont typeface="Courier New" panose="02070309020205020404"/>
              <a:buChar char="o"/>
              <a:defRPr sz="1600">
                <a:latin typeface="Roboto" panose="02000000000000000000"/>
                <a:ea typeface="Roboto" panose="02000000000000000000"/>
                <a:cs typeface="Roboto" panose="02000000000000000000"/>
                <a:sym typeface="Roboto" panose="02000000000000000000"/>
              </a:defRPr>
            </a:lvl4pPr>
            <a:lvl5pPr marL="2286000" lvl="4" indent="-330200" algn="just">
              <a:spcBef>
                <a:spcPts val="320"/>
              </a:spcBef>
              <a:spcAft>
                <a:spcPts val="0"/>
              </a:spcAft>
              <a:buClr>
                <a:schemeClr val="dk1"/>
              </a:buClr>
              <a:buSzPts val="1600"/>
              <a:buChar char="»"/>
              <a:defRPr sz="1600">
                <a:latin typeface="Roboto" panose="02000000000000000000"/>
                <a:ea typeface="Roboto" panose="02000000000000000000"/>
                <a:cs typeface="Roboto" panose="02000000000000000000"/>
                <a:sym typeface="Roboto" panose="02000000000000000000"/>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6" name="Google Shape;26;p47"/>
          <p:cNvSpPr txBox="1">
            <a:spLocks noGrp="1"/>
          </p:cNvSpPr>
          <p:nvPr>
            <p:ph type="sldNum" idx="12"/>
          </p:nvPr>
        </p:nvSpPr>
        <p:spPr>
          <a:xfrm>
            <a:off x="-1930400" y="6188076"/>
            <a:ext cx="2844800" cy="365125"/>
          </a:xfrm>
          <a:prstGeom prst="rect">
            <a:avLst/>
          </a:prstGeom>
          <a:noFill/>
          <a:ln>
            <a:noFill/>
          </a:ln>
        </p:spPr>
        <p:txBody>
          <a:bodyPr spcFirstLastPara="1" wrap="square" lIns="91425" tIns="45700" rIns="91425" bIns="45700" anchor="ctr" anchorCtr="0">
            <a:noAutofit/>
          </a:bodyPr>
          <a:lstStyle>
            <a:lvl1pPr marL="0" marR="0" lvl="0" indent="0" algn="r">
              <a:spcBef>
                <a:spcPts val="0"/>
              </a:spcBef>
              <a:buNone/>
              <a:defRPr sz="1200">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spcBef>
                <a:spcPts val="0"/>
              </a:spcBef>
              <a:buNone/>
              <a:defRPr sz="1200">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spcBef>
                <a:spcPts val="0"/>
              </a:spcBef>
              <a:buNone/>
              <a:defRPr sz="1200">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spcBef>
                <a:spcPts val="0"/>
              </a:spcBef>
              <a:buNone/>
              <a:defRPr sz="1200">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spcBef>
                <a:spcPts val="0"/>
              </a:spcBef>
              <a:buNone/>
              <a:defRPr sz="1200">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spcBef>
                <a:spcPts val="0"/>
              </a:spcBef>
              <a:buNone/>
              <a:defRPr sz="1200">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spcBef>
                <a:spcPts val="0"/>
              </a:spcBef>
              <a:buNone/>
              <a:defRPr sz="1200">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spcBef>
                <a:spcPts val="0"/>
              </a:spcBef>
              <a:buNone/>
              <a:defRPr sz="1200">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spcBef>
                <a:spcPts val="0"/>
              </a:spcBef>
              <a:buNone/>
              <a:defRPr sz="1200">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8"/>
        <p:cNvGrpSpPr/>
        <p:nvPr/>
      </p:nvGrpSpPr>
      <p:grpSpPr>
        <a:xfrm>
          <a:off x="0" y="0"/>
          <a:ext cx="0" cy="0"/>
          <a:chOff x="0" y="0"/>
          <a:chExt cx="0" cy="0"/>
        </a:xfrm>
      </p:grpSpPr>
      <p:sp>
        <p:nvSpPr>
          <p:cNvPr id="29" name="Google Shape;29;p48"/>
          <p:cNvSpPr txBox="1">
            <a:spLocks noGrp="1"/>
          </p:cNvSpPr>
          <p:nvPr>
            <p:ph type="title"/>
          </p:nvPr>
        </p:nvSpPr>
        <p:spPr>
          <a:xfrm>
            <a:off x="406400" y="254849"/>
            <a:ext cx="11379200" cy="613833"/>
          </a:xfrm>
          <a:prstGeom prst="rect">
            <a:avLst/>
          </a:prstGeom>
          <a:noFill/>
          <a:ln>
            <a:noFill/>
          </a:ln>
        </p:spPr>
        <p:txBody>
          <a:bodyPr spcFirstLastPara="1" wrap="square" lIns="91425" tIns="45700" rIns="91425" bIns="45700" anchor="ctr" anchorCtr="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0" name="Google Shape;30;p48"/>
          <p:cNvSpPr txBox="1">
            <a:spLocks noGrp="1"/>
          </p:cNvSpPr>
          <p:nvPr>
            <p:ph type="body" idx="1"/>
          </p:nvPr>
        </p:nvSpPr>
        <p:spPr>
          <a:xfrm>
            <a:off x="406400" y="914400"/>
            <a:ext cx="11379200" cy="54102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SzPts val="1800"/>
              <a:buChar char="▪"/>
              <a:defRPr/>
            </a:lvl1pPr>
            <a:lvl2pPr marL="914400" lvl="1" indent="-381000" algn="l">
              <a:spcBef>
                <a:spcPts val="480"/>
              </a:spcBef>
              <a:spcAft>
                <a:spcPts val="0"/>
              </a:spcAft>
              <a:buSzPts val="24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31" name="Google Shape;31;p48"/>
          <p:cNvSpPr txBox="1">
            <a:spLocks noGrp="1"/>
          </p:cNvSpPr>
          <p:nvPr>
            <p:ph type="dt" idx="10"/>
          </p:nvPr>
        </p:nvSpPr>
        <p:spPr>
          <a:xfrm>
            <a:off x="1447799" y="6532518"/>
            <a:ext cx="2396068" cy="204176"/>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48"/>
          <p:cNvSpPr txBox="1">
            <a:spLocks noGrp="1"/>
          </p:cNvSpPr>
          <p:nvPr>
            <p:ph type="ftr" idx="11"/>
          </p:nvPr>
        </p:nvSpPr>
        <p:spPr>
          <a:xfrm>
            <a:off x="4622800" y="6532518"/>
            <a:ext cx="3860800" cy="204176"/>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3" name="Google Shape;33;p48"/>
          <p:cNvSpPr txBox="1">
            <a:spLocks noGrp="1"/>
          </p:cNvSpPr>
          <p:nvPr>
            <p:ph type="sldNum" idx="12"/>
          </p:nvPr>
        </p:nvSpPr>
        <p:spPr>
          <a:xfrm>
            <a:off x="11633200" y="6532518"/>
            <a:ext cx="518160" cy="204176"/>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lang="en-US"/>
          </a:p>
        </p:txBody>
      </p:sp>
      <p:grpSp>
        <p:nvGrpSpPr>
          <p:cNvPr id="36" name="Google Shape;36;p48"/>
          <p:cNvGrpSpPr/>
          <p:nvPr/>
        </p:nvGrpSpPr>
        <p:grpSpPr>
          <a:xfrm>
            <a:off x="1447799" y="6774795"/>
            <a:ext cx="10744203" cy="83681"/>
            <a:chOff x="385434" y="6812756"/>
            <a:chExt cx="2653041" cy="45719"/>
          </a:xfrm>
        </p:grpSpPr>
        <p:sp>
          <p:nvSpPr>
            <p:cNvPr id="37" name="Google Shape;37;p48"/>
            <p:cNvSpPr/>
            <p:nvPr/>
          </p:nvSpPr>
          <p:spPr>
            <a:xfrm>
              <a:off x="385434" y="6812756"/>
              <a:ext cx="824241" cy="45719"/>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panose="020F0502020204030204"/>
                <a:ea typeface="Calibri" panose="020F0502020204030204"/>
                <a:cs typeface="Calibri" panose="020F0502020204030204"/>
                <a:sym typeface="Calibri" panose="020F0502020204030204"/>
              </a:endParaRPr>
            </a:p>
          </p:txBody>
        </p:sp>
        <p:sp>
          <p:nvSpPr>
            <p:cNvPr id="38" name="Google Shape;38;p48"/>
            <p:cNvSpPr/>
            <p:nvPr/>
          </p:nvSpPr>
          <p:spPr>
            <a:xfrm>
              <a:off x="1209675" y="6812756"/>
              <a:ext cx="914400" cy="45719"/>
            </a:xfrm>
            <a:prstGeom prst="rect">
              <a:avLst/>
            </a:prstGeom>
            <a:solidFill>
              <a:schemeClr val="dk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panose="020F0502020204030204"/>
                <a:ea typeface="Calibri" panose="020F0502020204030204"/>
                <a:cs typeface="Calibri" panose="020F0502020204030204"/>
                <a:sym typeface="Calibri" panose="020F0502020204030204"/>
              </a:endParaRPr>
            </a:p>
          </p:txBody>
        </p:sp>
        <p:sp>
          <p:nvSpPr>
            <p:cNvPr id="39" name="Google Shape;39;p48"/>
            <p:cNvSpPr/>
            <p:nvPr/>
          </p:nvSpPr>
          <p:spPr>
            <a:xfrm>
              <a:off x="2124075" y="6812756"/>
              <a:ext cx="914400" cy="45719"/>
            </a:xfrm>
            <a:prstGeom prst="rect">
              <a:avLst/>
            </a:prstGeom>
            <a:solidFill>
              <a:schemeClr val="l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panose="020F0502020204030204"/>
                <a:ea typeface="Calibri" panose="020F0502020204030204"/>
                <a:cs typeface="Calibri" panose="020F0502020204030204"/>
                <a:sym typeface="Calibri" panose="020F0502020204030204"/>
              </a:endParaRPr>
            </a:p>
          </p:txBody>
        </p:sp>
      </p:grpSp>
      <p:sp>
        <p:nvSpPr>
          <p:cNvPr id="40" name="Google Shape;40;p48"/>
          <p:cNvSpPr/>
          <p:nvPr/>
        </p:nvSpPr>
        <p:spPr>
          <a:xfrm>
            <a:off x="0" y="830800"/>
            <a:ext cx="12192002" cy="45719"/>
          </a:xfrm>
          <a:prstGeom prst="rect">
            <a:avLst/>
          </a:prstGeom>
          <a:solidFill>
            <a:schemeClr val="dk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06400" y="254853"/>
            <a:ext cx="10972800" cy="613833"/>
          </a:xfrm>
        </p:spPr>
        <p:txBody>
          <a:bodyPr>
            <a:normAutofit/>
          </a:bodyPr>
          <a:lstStyle>
            <a:lvl1pPr>
              <a:defRPr sz="3200"/>
            </a:lvl1pPr>
          </a:lstStyle>
          <a:p>
            <a:r>
              <a:rPr lang="en-US"/>
              <a:t>Tiêu đề slide</a:t>
            </a:r>
          </a:p>
        </p:txBody>
      </p:sp>
      <p:sp>
        <p:nvSpPr>
          <p:cNvPr id="4" name="Date Placeholder 3"/>
          <p:cNvSpPr>
            <a:spLocks noGrp="1"/>
          </p:cNvSpPr>
          <p:nvPr>
            <p:ph type="dt" sz="half" idx="10"/>
          </p:nvPr>
        </p:nvSpPr>
        <p:spPr/>
        <p:txBody>
          <a:bodyPr/>
          <a:lstStyle/>
          <a:p>
            <a:fld id="{1D8BD707-D9CF-40AE-B4C6-C98DA3205C09}" type="datetimeFigureOut">
              <a:rPr lang="en-US" smtClean="0">
                <a:solidFill>
                  <a:prstClr val="black">
                    <a:tint val="75000"/>
                  </a:prstClr>
                </a:solidFill>
              </a:rPr>
              <a:pPr/>
              <a:t>2/26/26</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425202707"/>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45"/>
          <p:cNvSpPr txBox="1">
            <a:spLocks noGrp="1"/>
          </p:cNvSpPr>
          <p:nvPr>
            <p:ph type="title"/>
          </p:nvPr>
        </p:nvSpPr>
        <p:spPr>
          <a:xfrm>
            <a:off x="406400" y="275170"/>
            <a:ext cx="11480800" cy="613833"/>
          </a:xfrm>
          <a:prstGeom prst="rect">
            <a:avLst/>
          </a:prstGeom>
          <a:noFill/>
          <a:ln>
            <a:noFill/>
          </a:ln>
        </p:spPr>
        <p:txBody>
          <a:bodyPr spcFirstLastPara="1" wrap="square" lIns="91425" tIns="45700" rIns="91425" bIns="45700" anchor="ctr" anchorCtr="0">
            <a:normAutofit/>
          </a:bodyPr>
          <a:lstStyle>
            <a:lvl1pPr marR="0" lvl="0" algn="l" rtl="0">
              <a:spcBef>
                <a:spcPts val="0"/>
              </a:spcBef>
              <a:spcAft>
                <a:spcPts val="0"/>
              </a:spcAft>
              <a:buClr>
                <a:schemeClr val="dk2"/>
              </a:buClr>
              <a:buSzPts val="2800"/>
              <a:buFont typeface="Quattrocento Sans" panose="020B0502050000020003"/>
              <a:buNone/>
              <a:defRPr sz="2800" b="1" i="0" u="none" strike="noStrike" cap="none">
                <a:solidFill>
                  <a:schemeClr val="dk2"/>
                </a:solidFill>
                <a:latin typeface="Quattrocento Sans" panose="020B0502050000020003"/>
                <a:ea typeface="Quattrocento Sans" panose="020B0502050000020003"/>
                <a:cs typeface="Quattrocento Sans" panose="020B0502050000020003"/>
                <a:sym typeface="Quattrocento Sans" panose="020B0502050000020003"/>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45"/>
          <p:cNvSpPr txBox="1">
            <a:spLocks noGrp="1"/>
          </p:cNvSpPr>
          <p:nvPr>
            <p:ph type="body" idx="1"/>
          </p:nvPr>
        </p:nvSpPr>
        <p:spPr>
          <a:xfrm>
            <a:off x="406400" y="914400"/>
            <a:ext cx="11480800" cy="5564777"/>
          </a:xfrm>
          <a:prstGeom prst="rect">
            <a:avLst/>
          </a:prstGeom>
          <a:noFill/>
          <a:ln>
            <a:noFill/>
          </a:ln>
        </p:spPr>
        <p:txBody>
          <a:bodyPr spcFirstLastPara="1" wrap="square" lIns="91425" tIns="45700" rIns="91425" bIns="45700" anchor="t" anchorCtr="0">
            <a:normAutofit/>
          </a:bodyPr>
          <a:lstStyle>
            <a:lvl1pPr marL="457200" marR="0" lvl="0" indent="-381000" algn="l" rtl="0">
              <a:spcBef>
                <a:spcPts val="480"/>
              </a:spcBef>
              <a:spcAft>
                <a:spcPts val="0"/>
              </a:spcAft>
              <a:buClr>
                <a:schemeClr val="dk2"/>
              </a:buClr>
              <a:buSzPts val="2400"/>
              <a:buFont typeface="Noto Sans Symbols"/>
              <a:buChar char="▪"/>
              <a:defRPr sz="2400" b="0" i="0" u="none" strike="noStrike" cap="none">
                <a:solidFill>
                  <a:schemeClr val="dk1"/>
                </a:solidFill>
                <a:latin typeface="Quattrocento Sans" panose="020B0502050000020003"/>
                <a:ea typeface="Quattrocento Sans" panose="020B0502050000020003"/>
                <a:cs typeface="Quattrocento Sans" panose="020B0502050000020003"/>
                <a:sym typeface="Quattrocento Sans" panose="020B0502050000020003"/>
              </a:defRPr>
            </a:lvl1pPr>
            <a:lvl2pPr marL="914400" marR="0" lvl="1" indent="-381000" algn="l" rtl="0">
              <a:spcBef>
                <a:spcPts val="480"/>
              </a:spcBef>
              <a:spcAft>
                <a:spcPts val="0"/>
              </a:spcAft>
              <a:buClr>
                <a:schemeClr val="accent1"/>
              </a:buClr>
              <a:buSzPts val="2400"/>
              <a:buFont typeface="Arial" panose="020B0604020202020204"/>
              <a:buChar char="•"/>
              <a:defRPr sz="2400" b="0" i="0" u="none" strike="noStrike" cap="none">
                <a:solidFill>
                  <a:schemeClr val="dk1"/>
                </a:solidFill>
                <a:latin typeface="Quattrocento Sans" panose="020B0502050000020003"/>
                <a:ea typeface="Quattrocento Sans" panose="020B0502050000020003"/>
                <a:cs typeface="Quattrocento Sans" panose="020B0502050000020003"/>
                <a:sym typeface="Quattrocento Sans" panose="020B0502050000020003"/>
              </a:defRPr>
            </a:lvl2pPr>
            <a:lvl3pPr marL="1371600" marR="0" lvl="2" indent="-342900" algn="l" rtl="0">
              <a:spcBef>
                <a:spcPts val="360"/>
              </a:spcBef>
              <a:spcAft>
                <a:spcPts val="0"/>
              </a:spcAft>
              <a:buClr>
                <a:schemeClr val="dk1"/>
              </a:buClr>
              <a:buSzPts val="1800"/>
              <a:buFont typeface="Arial" panose="020B0604020202020204"/>
              <a:buChar char="•"/>
              <a:defRPr sz="1800" b="0" i="0" u="none" strike="noStrike" cap="none">
                <a:solidFill>
                  <a:schemeClr val="dk1"/>
                </a:solidFill>
                <a:latin typeface="Quattrocento Sans" panose="020B0502050000020003"/>
                <a:ea typeface="Quattrocento Sans" panose="020B0502050000020003"/>
                <a:cs typeface="Quattrocento Sans" panose="020B0502050000020003"/>
                <a:sym typeface="Quattrocento Sans" panose="020B0502050000020003"/>
              </a:defRPr>
            </a:lvl3pPr>
            <a:lvl4pPr marL="1828800" marR="0" lvl="3" indent="-330200" algn="l" rtl="0">
              <a:spcBef>
                <a:spcPts val="320"/>
              </a:spcBef>
              <a:spcAft>
                <a:spcPts val="0"/>
              </a:spcAft>
              <a:buClr>
                <a:schemeClr val="dk1"/>
              </a:buClr>
              <a:buSzPts val="1600"/>
              <a:buFont typeface="Arial" panose="020B0604020202020204"/>
              <a:buChar char="–"/>
              <a:defRPr sz="1600" b="0" i="0" u="none" strike="noStrike" cap="none">
                <a:solidFill>
                  <a:schemeClr val="dk1"/>
                </a:solidFill>
                <a:latin typeface="Quattrocento Sans" panose="020B0502050000020003"/>
                <a:ea typeface="Quattrocento Sans" panose="020B0502050000020003"/>
                <a:cs typeface="Quattrocento Sans" panose="020B0502050000020003"/>
                <a:sym typeface="Quattrocento Sans" panose="020B0502050000020003"/>
              </a:defRPr>
            </a:lvl4pPr>
            <a:lvl5pPr marL="2286000" marR="0" lvl="4" indent="-330200" algn="l" rtl="0">
              <a:spcBef>
                <a:spcPts val="320"/>
              </a:spcBef>
              <a:spcAft>
                <a:spcPts val="0"/>
              </a:spcAft>
              <a:buClr>
                <a:schemeClr val="dk1"/>
              </a:buClr>
              <a:buSzPts val="1600"/>
              <a:buFont typeface="Arial" panose="020B0604020202020204"/>
              <a:buChar char="»"/>
              <a:defRPr sz="1600" b="0" i="0" u="none" strike="noStrike" cap="none">
                <a:solidFill>
                  <a:schemeClr val="dk1"/>
                </a:solidFill>
                <a:latin typeface="Quattrocento Sans" panose="020B0502050000020003"/>
                <a:ea typeface="Quattrocento Sans" panose="020B0502050000020003"/>
                <a:cs typeface="Quattrocento Sans" panose="020B0502050000020003"/>
                <a:sym typeface="Quattrocento Sans" panose="020B0502050000020003"/>
              </a:defRPr>
            </a:lvl5pPr>
            <a:lvl6pPr marL="2743200" marR="0" lvl="5"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12" name="Google Shape;12;p45"/>
          <p:cNvSpPr txBox="1">
            <a:spLocks noGrp="1"/>
          </p:cNvSpPr>
          <p:nvPr>
            <p:ph type="dt" idx="10"/>
          </p:nvPr>
        </p:nvSpPr>
        <p:spPr>
          <a:xfrm>
            <a:off x="406400" y="6570618"/>
            <a:ext cx="2844800" cy="204176"/>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13" name="Google Shape;13;p45"/>
          <p:cNvSpPr txBox="1">
            <a:spLocks noGrp="1"/>
          </p:cNvSpPr>
          <p:nvPr>
            <p:ph type="ftr" idx="11"/>
          </p:nvPr>
        </p:nvSpPr>
        <p:spPr>
          <a:xfrm>
            <a:off x="4165600" y="6570618"/>
            <a:ext cx="3860800" cy="204176"/>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14" name="Google Shape;14;p45"/>
          <p:cNvSpPr txBox="1">
            <a:spLocks noGrp="1"/>
          </p:cNvSpPr>
          <p:nvPr>
            <p:ph type="sldNum" idx="12"/>
          </p:nvPr>
        </p:nvSpPr>
        <p:spPr>
          <a:xfrm>
            <a:off x="9042400" y="6570618"/>
            <a:ext cx="2844800" cy="204176"/>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US"/>
              <a:t>‹#›</a:t>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8.xml"/><Relationship Id="rId1" Type="http://schemas.openxmlformats.org/officeDocument/2006/relationships/slideLayout" Target="../slideLayouts/slideLayout3.xml"/><Relationship Id="rId5" Type="http://schemas.openxmlformats.org/officeDocument/2006/relationships/image" Target="../media/image13.png"/><Relationship Id="rId4" Type="http://schemas.openxmlformats.org/officeDocument/2006/relationships/image" Target="../media/image12.png"/></Relationships>
</file>

<file path=ppt/slides/_rels/slide1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3.xml"/><Relationship Id="rId1" Type="http://schemas.openxmlformats.org/officeDocument/2006/relationships/slideLayout" Target="../slideLayouts/slideLayout3.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4.xml"/><Relationship Id="rId1" Type="http://schemas.openxmlformats.org/officeDocument/2006/relationships/slideLayout" Target="../slideLayouts/slideLayout3.xml"/><Relationship Id="rId4" Type="http://schemas.openxmlformats.org/officeDocument/2006/relationships/image" Target="../media/image23.png"/></Relationships>
</file>

<file path=ppt/slides/_rels/slide31.xml.rels><?xml version="1.0" encoding="UTF-8" standalone="yes"?>
<Relationships xmlns="http://schemas.openxmlformats.org/package/2006/relationships"><Relationship Id="rId3" Type="http://schemas.openxmlformats.org/officeDocument/2006/relationships/image" Target="../media/image24.jpg"/><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3" Type="http://schemas.openxmlformats.org/officeDocument/2006/relationships/image" Target="../media/image25.jpg"/><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3.xml"/><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4.xml"/><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5.xml"/><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36.xml"/><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37.xml"/><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38.xml"/><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39.xml"/><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40.xml"/><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41.xml"/><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42.xml"/><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43.xml"/><Relationship Id="rId1" Type="http://schemas.openxmlformats.org/officeDocument/2006/relationships/slideLayout" Target="../slideLayouts/slideLayout1.xml"/><Relationship Id="rId4" Type="http://schemas.openxmlformats.org/officeDocument/2006/relationships/image" Target="../media/image3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5"/>
        <p:cNvGrpSpPr/>
        <p:nvPr/>
      </p:nvGrpSpPr>
      <p:grpSpPr>
        <a:xfrm>
          <a:off x="0" y="0"/>
          <a:ext cx="0" cy="0"/>
          <a:chOff x="0" y="0"/>
          <a:chExt cx="0" cy="0"/>
        </a:xfrm>
      </p:grpSpPr>
      <p:sp>
        <p:nvSpPr>
          <p:cNvPr id="47" name="Google Shape;47;p1"/>
          <p:cNvSpPr txBox="1"/>
          <p:nvPr/>
        </p:nvSpPr>
        <p:spPr>
          <a:xfrm>
            <a:off x="5857875" y="6334125"/>
            <a:ext cx="5197764" cy="36703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0" i="0" u="none" strike="noStrike" cap="none" dirty="0" err="1">
                <a:solidFill>
                  <a:schemeClr val="dk1"/>
                </a:solidFill>
                <a:latin typeface="Calibri" panose="020F0502020204030204"/>
                <a:ea typeface="Calibri" panose="020F0502020204030204"/>
                <a:cs typeface="Calibri" panose="020F0502020204030204"/>
                <a:sym typeface="Calibri" panose="020F0502020204030204"/>
              </a:rPr>
              <a:t>Bài</a:t>
            </a:r>
            <a:r>
              <a:rPr lang="en-US" sz="1800" b="0" i="0" u="none" strike="noStrike" cap="none" dirty="0">
                <a:solidFill>
                  <a:schemeClr val="dk1"/>
                </a:solidFill>
                <a:latin typeface="Calibri" panose="020F0502020204030204"/>
                <a:ea typeface="Calibri" panose="020F0502020204030204"/>
                <a:cs typeface="Calibri" panose="020F0502020204030204"/>
                <a:sym typeface="Calibri" panose="020F0502020204030204"/>
              </a:rPr>
              <a:t> 04: </a:t>
            </a:r>
            <a:r>
              <a:rPr lang="en-US" sz="1800" dirty="0" err="1">
                <a:solidFill>
                  <a:schemeClr val="dk1"/>
                </a:solidFill>
                <a:latin typeface="Calibri" panose="020F0502020204030204"/>
                <a:ea typeface="Calibri" panose="020F0502020204030204"/>
                <a:cs typeface="Calibri" panose="020F0502020204030204"/>
                <a:sym typeface="Calibri" panose="020F0502020204030204"/>
              </a:rPr>
              <a:t>Sáng</a:t>
            </a:r>
            <a:r>
              <a:rPr lang="en-US" sz="1800" dirty="0">
                <a:solidFill>
                  <a:schemeClr val="dk1"/>
                </a:solidFill>
                <a:latin typeface="Calibri" panose="020F0502020204030204"/>
                <a:ea typeface="Calibri" panose="020F0502020204030204"/>
                <a:cs typeface="Calibri" panose="020F0502020204030204"/>
                <a:sym typeface="Calibri" panose="020F0502020204030204"/>
              </a:rPr>
              <a:t> </a:t>
            </a:r>
            <a:r>
              <a:rPr lang="en-US" sz="1800" dirty="0" err="1">
                <a:solidFill>
                  <a:schemeClr val="dk1"/>
                </a:solidFill>
                <a:latin typeface="Calibri" panose="020F0502020204030204"/>
                <a:ea typeface="Calibri" panose="020F0502020204030204"/>
                <a:cs typeface="Calibri" panose="020F0502020204030204"/>
                <a:sym typeface="Calibri" panose="020F0502020204030204"/>
              </a:rPr>
              <a:t>tạo</a:t>
            </a:r>
            <a:r>
              <a:rPr lang="en-US" sz="1800" dirty="0">
                <a:solidFill>
                  <a:schemeClr val="dk1"/>
                </a:solidFill>
                <a:latin typeface="Calibri" panose="020F0502020204030204"/>
                <a:ea typeface="Calibri" panose="020F0502020204030204"/>
                <a:cs typeface="Calibri" panose="020F0502020204030204"/>
                <a:sym typeface="Calibri" panose="020F0502020204030204"/>
              </a:rPr>
              <a:t> </a:t>
            </a:r>
            <a:r>
              <a:rPr lang="en-US" sz="1800" dirty="0" err="1">
                <a:solidFill>
                  <a:schemeClr val="dk1"/>
                </a:solidFill>
                <a:latin typeface="Calibri" panose="020F0502020204030204"/>
                <a:ea typeface="Calibri" panose="020F0502020204030204"/>
                <a:cs typeface="Calibri" panose="020F0502020204030204"/>
                <a:sym typeface="Calibri" panose="020F0502020204030204"/>
              </a:rPr>
              <a:t>độc</a:t>
            </a:r>
            <a:r>
              <a:rPr lang="en-US" sz="1800" dirty="0">
                <a:solidFill>
                  <a:schemeClr val="dk1"/>
                </a:solidFill>
                <a:latin typeface="Calibri" panose="020F0502020204030204"/>
                <a:ea typeface="Calibri" panose="020F0502020204030204"/>
                <a:cs typeface="Calibri" panose="020F0502020204030204"/>
                <a:sym typeface="Calibri" panose="020F0502020204030204"/>
              </a:rPr>
              <a:t> </a:t>
            </a:r>
            <a:r>
              <a:rPr lang="en-US" sz="1800" dirty="0" err="1">
                <a:solidFill>
                  <a:schemeClr val="dk1"/>
                </a:solidFill>
                <a:latin typeface="Calibri" panose="020F0502020204030204"/>
                <a:ea typeface="Calibri" panose="020F0502020204030204"/>
                <a:cs typeface="Calibri" panose="020F0502020204030204"/>
                <a:sym typeface="Calibri" panose="020F0502020204030204"/>
              </a:rPr>
              <a:t>đáo</a:t>
            </a:r>
            <a:r>
              <a:rPr lang="en-US" sz="1800" dirty="0">
                <a:solidFill>
                  <a:schemeClr val="dk1"/>
                </a:solidFill>
                <a:latin typeface="Calibri" panose="020F0502020204030204"/>
                <a:ea typeface="Calibri" panose="020F0502020204030204"/>
                <a:cs typeface="Calibri" panose="020F0502020204030204"/>
                <a:sym typeface="Calibri" panose="020F0502020204030204"/>
              </a:rPr>
              <a:t> </a:t>
            </a:r>
            <a:endParaRPr sz="1800" dirty="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48" name="Google Shape;48;p1"/>
          <p:cNvSpPr txBox="1">
            <a:spLocks noGrp="1"/>
          </p:cNvSpPr>
          <p:nvPr>
            <p:ph type="subTitle" idx="1"/>
          </p:nvPr>
        </p:nvSpPr>
        <p:spPr>
          <a:xfrm>
            <a:off x="8458200" y="609600"/>
            <a:ext cx="3200400" cy="4572000"/>
          </a:xfrm>
          <a:prstGeom prst="rect">
            <a:avLst/>
          </a:prstGeom>
          <a:noFill/>
          <a:ln>
            <a:noFill/>
          </a:ln>
        </p:spPr>
        <p:txBody>
          <a:bodyPr spcFirstLastPara="1" wrap="square" lIns="0" tIns="0" rIns="0" bIns="0" anchor="t" anchorCtr="0">
            <a:noAutofit/>
          </a:bodyPr>
          <a:lstStyle/>
          <a:p>
            <a:pPr marL="0" lvl="0" indent="0" algn="ctr" rtl="0">
              <a:spcBef>
                <a:spcPts val="0"/>
              </a:spcBef>
              <a:spcAft>
                <a:spcPts val="0"/>
              </a:spcAft>
              <a:buSzPts val="4000"/>
              <a:buNone/>
            </a:pPr>
            <a:r>
              <a:rPr lang="en-US" sz="4000" b="1" dirty="0" err="1">
                <a:solidFill>
                  <a:srgbClr val="8565E5"/>
                </a:solidFill>
              </a:rPr>
              <a:t>Bài</a:t>
            </a:r>
            <a:r>
              <a:rPr lang="en-US" sz="4000" b="1" dirty="0">
                <a:solidFill>
                  <a:srgbClr val="8565E5"/>
                </a:solidFill>
              </a:rPr>
              <a:t> 04:</a:t>
            </a:r>
            <a:endParaRPr sz="4000" b="1" dirty="0">
              <a:solidFill>
                <a:srgbClr val="8565E5"/>
              </a:solidFill>
            </a:endParaRPr>
          </a:p>
          <a:p>
            <a:pPr marL="0" lvl="0" indent="0" algn="ctr" rtl="0">
              <a:spcBef>
                <a:spcPts val="800"/>
              </a:spcBef>
              <a:spcAft>
                <a:spcPts val="0"/>
              </a:spcAft>
              <a:buSzPts val="4000"/>
              <a:buNone/>
            </a:pPr>
            <a:r>
              <a:rPr lang="en-US" sz="4000" b="1" dirty="0" err="1">
                <a:solidFill>
                  <a:srgbClr val="8565E5"/>
                </a:solidFill>
              </a:rPr>
              <a:t>Sáng</a:t>
            </a:r>
            <a:r>
              <a:rPr lang="en-US" sz="4000" b="1" dirty="0">
                <a:solidFill>
                  <a:srgbClr val="8565E5"/>
                </a:solidFill>
              </a:rPr>
              <a:t> </a:t>
            </a:r>
            <a:r>
              <a:rPr lang="en-US" sz="4000" b="1" dirty="0" err="1">
                <a:solidFill>
                  <a:srgbClr val="8565E5"/>
                </a:solidFill>
              </a:rPr>
              <a:t>tạo</a:t>
            </a:r>
            <a:r>
              <a:rPr lang="en-US" sz="4000" b="1" dirty="0">
                <a:solidFill>
                  <a:srgbClr val="8565E5"/>
                </a:solidFill>
              </a:rPr>
              <a:t> </a:t>
            </a:r>
            <a:r>
              <a:rPr lang="en-US" sz="4000" b="1" dirty="0" err="1">
                <a:solidFill>
                  <a:srgbClr val="8565E5"/>
                </a:solidFill>
              </a:rPr>
              <a:t>độc</a:t>
            </a:r>
            <a:r>
              <a:rPr lang="en-US" sz="4000" b="1" dirty="0">
                <a:solidFill>
                  <a:srgbClr val="8565E5"/>
                </a:solidFill>
              </a:rPr>
              <a:t> </a:t>
            </a:r>
            <a:r>
              <a:rPr lang="en-US" sz="4000" b="1" dirty="0" err="1">
                <a:solidFill>
                  <a:srgbClr val="8565E5"/>
                </a:solidFill>
              </a:rPr>
              <a:t>đáo</a:t>
            </a:r>
            <a:r>
              <a:rPr lang="en-US" sz="4000" b="1" dirty="0">
                <a:solidFill>
                  <a:srgbClr val="8565E5"/>
                </a:solidFill>
              </a:rPr>
              <a:t> – </a:t>
            </a:r>
            <a:r>
              <a:rPr lang="en-US" sz="4000" b="1" dirty="0" err="1">
                <a:solidFill>
                  <a:srgbClr val="8565E5"/>
                </a:solidFill>
              </a:rPr>
              <a:t>Thiết</a:t>
            </a:r>
            <a:r>
              <a:rPr lang="en-US" sz="4000" b="1" dirty="0">
                <a:solidFill>
                  <a:srgbClr val="8565E5"/>
                </a:solidFill>
              </a:rPr>
              <a:t> </a:t>
            </a:r>
            <a:r>
              <a:rPr lang="en-US" sz="4000" b="1" dirty="0" err="1">
                <a:solidFill>
                  <a:srgbClr val="8565E5"/>
                </a:solidFill>
              </a:rPr>
              <a:t>kế</a:t>
            </a:r>
            <a:r>
              <a:rPr lang="en-US" sz="4000" b="1" dirty="0">
                <a:solidFill>
                  <a:srgbClr val="8565E5"/>
                </a:solidFill>
              </a:rPr>
              <a:t> </a:t>
            </a:r>
            <a:r>
              <a:rPr lang="en-US" sz="4000" b="1" dirty="0" err="1">
                <a:solidFill>
                  <a:srgbClr val="8565E5"/>
                </a:solidFill>
              </a:rPr>
              <a:t>tương</a:t>
            </a:r>
            <a:r>
              <a:rPr lang="en-US" sz="4000" b="1" dirty="0">
                <a:solidFill>
                  <a:srgbClr val="8565E5"/>
                </a:solidFill>
              </a:rPr>
              <a:t> </a:t>
            </a:r>
            <a:r>
              <a:rPr lang="en-US" sz="4000" b="1" dirty="0" err="1">
                <a:solidFill>
                  <a:srgbClr val="8565E5"/>
                </a:solidFill>
              </a:rPr>
              <a:t>tác</a:t>
            </a:r>
            <a:r>
              <a:rPr lang="en-US" sz="4000" b="1" dirty="0">
                <a:solidFill>
                  <a:srgbClr val="8565E5"/>
                </a:solidFill>
              </a:rPr>
              <a:t> </a:t>
            </a:r>
          </a:p>
        </p:txBody>
      </p:sp>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98757" y="-236668"/>
            <a:ext cx="6858000" cy="6858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4"/>
        <p:cNvGrpSpPr/>
        <p:nvPr/>
      </p:nvGrpSpPr>
      <p:grpSpPr>
        <a:xfrm>
          <a:off x="0" y="0"/>
          <a:ext cx="0" cy="0"/>
          <a:chOff x="0" y="0"/>
          <a:chExt cx="0" cy="0"/>
        </a:xfrm>
      </p:grpSpPr>
      <p:sp>
        <p:nvSpPr>
          <p:cNvPr id="65" name="Google Shape;65;p3"/>
          <p:cNvSpPr/>
          <p:nvPr/>
        </p:nvSpPr>
        <p:spPr>
          <a:xfrm>
            <a:off x="893038" y="4013149"/>
            <a:ext cx="10456487" cy="2251464"/>
          </a:xfrm>
          <a:prstGeom prst="rect">
            <a:avLst/>
          </a:prstGeom>
          <a:solidFill>
            <a:srgbClr val="D8D8D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panose="020F0502020204030204"/>
              <a:ea typeface="Calibri" panose="020F0502020204030204"/>
              <a:cs typeface="Calibri" panose="020F0502020204030204"/>
              <a:sym typeface="Calibri" panose="020F0502020204030204"/>
            </a:endParaRPr>
          </a:p>
        </p:txBody>
      </p:sp>
      <p:sp>
        <p:nvSpPr>
          <p:cNvPr id="66" name="Google Shape;66;p3"/>
          <p:cNvSpPr/>
          <p:nvPr/>
        </p:nvSpPr>
        <p:spPr>
          <a:xfrm>
            <a:off x="893038" y="3665169"/>
            <a:ext cx="3276600" cy="695960"/>
          </a:xfrm>
          <a:prstGeom prst="rightArrow">
            <a:avLst>
              <a:gd name="adj1" fmla="val 100000"/>
              <a:gd name="adj2" fmla="val 50000"/>
            </a:avLst>
          </a:prstGeom>
          <a:solidFill>
            <a:schemeClr val="dk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panose="020F0502020204030204"/>
              <a:ea typeface="Calibri" panose="020F0502020204030204"/>
              <a:cs typeface="Calibri" panose="020F0502020204030204"/>
              <a:sym typeface="Calibri" panose="020F0502020204030204"/>
            </a:endParaRPr>
          </a:p>
        </p:txBody>
      </p:sp>
      <p:sp>
        <p:nvSpPr>
          <p:cNvPr id="67" name="Google Shape;67;p3"/>
          <p:cNvSpPr txBox="1">
            <a:spLocks noGrp="1"/>
          </p:cNvSpPr>
          <p:nvPr>
            <p:ph type="body" idx="1"/>
          </p:nvPr>
        </p:nvSpPr>
        <p:spPr>
          <a:xfrm>
            <a:off x="1314909" y="4589827"/>
            <a:ext cx="7162165" cy="866140"/>
          </a:xfrm>
          <a:prstGeom prst="rect">
            <a:avLst/>
          </a:prstGeom>
          <a:noFill/>
          <a:ln>
            <a:noFill/>
          </a:ln>
        </p:spPr>
        <p:txBody>
          <a:bodyPr spcFirstLastPara="1" wrap="square" lIns="91425" tIns="45700" rIns="91425" bIns="45700" anchor="t" anchorCtr="0">
            <a:noAutofit/>
          </a:bodyPr>
          <a:lstStyle/>
          <a:p>
            <a:pPr lvl="0" indent="-457200">
              <a:lnSpc>
                <a:spcPct val="120000"/>
              </a:lnSpc>
              <a:spcBef>
                <a:spcPts val="0"/>
              </a:spcBef>
              <a:buClr>
                <a:srgbClr val="DD7471"/>
              </a:buClr>
              <a:buFont typeface="Noto Sans Symbols"/>
              <a:buChar char="✔"/>
            </a:pPr>
            <a:r>
              <a:rPr lang="en-US" sz="2800" b="0" dirty="0" err="1">
                <a:solidFill>
                  <a:srgbClr val="262626"/>
                </a:solidFill>
              </a:rPr>
              <a:t>Sáng</a:t>
            </a:r>
            <a:r>
              <a:rPr lang="en-US" sz="2800" b="0" dirty="0">
                <a:solidFill>
                  <a:srgbClr val="262626"/>
                </a:solidFill>
              </a:rPr>
              <a:t> </a:t>
            </a:r>
            <a:r>
              <a:rPr lang="en-US" sz="2800" b="0" dirty="0" err="1">
                <a:solidFill>
                  <a:srgbClr val="262626"/>
                </a:solidFill>
              </a:rPr>
              <a:t>tạo</a:t>
            </a:r>
            <a:r>
              <a:rPr lang="en-US" sz="2800" b="0" dirty="0">
                <a:solidFill>
                  <a:srgbClr val="262626"/>
                </a:solidFill>
              </a:rPr>
              <a:t> </a:t>
            </a:r>
            <a:r>
              <a:rPr lang="en-US" sz="2800" b="0" dirty="0" err="1">
                <a:solidFill>
                  <a:srgbClr val="262626"/>
                </a:solidFill>
              </a:rPr>
              <a:t>độc</a:t>
            </a:r>
            <a:r>
              <a:rPr lang="en-US" sz="2800" b="0" dirty="0">
                <a:solidFill>
                  <a:srgbClr val="262626"/>
                </a:solidFill>
              </a:rPr>
              <a:t> </a:t>
            </a:r>
            <a:r>
              <a:rPr lang="en-US" sz="2800" b="0" dirty="0" err="1">
                <a:solidFill>
                  <a:srgbClr val="262626"/>
                </a:solidFill>
              </a:rPr>
              <a:t>đáo</a:t>
            </a:r>
            <a:endParaRPr lang="vi-VN" sz="2800" b="0" dirty="0">
              <a:solidFill>
                <a:srgbClr val="262626"/>
              </a:solidFill>
            </a:endParaRPr>
          </a:p>
          <a:p>
            <a:pPr marL="0" lvl="0" indent="0">
              <a:lnSpc>
                <a:spcPct val="120000"/>
              </a:lnSpc>
              <a:spcBef>
                <a:spcPts val="0"/>
              </a:spcBef>
              <a:buClr>
                <a:srgbClr val="DD7471"/>
              </a:buClr>
            </a:pPr>
            <a:r>
              <a:rPr lang="en-US" sz="2800" b="0" dirty="0">
                <a:solidFill>
                  <a:srgbClr val="262626"/>
                </a:solidFill>
              </a:rPr>
              <a:t>	</a:t>
            </a:r>
            <a:r>
              <a:rPr lang="en-US" sz="2800" b="0" dirty="0" err="1">
                <a:solidFill>
                  <a:srgbClr val="262626"/>
                </a:solidFill>
              </a:rPr>
              <a:t>Thiết</a:t>
            </a:r>
            <a:r>
              <a:rPr lang="en-US" sz="2800" b="0" dirty="0">
                <a:solidFill>
                  <a:srgbClr val="262626"/>
                </a:solidFill>
              </a:rPr>
              <a:t> </a:t>
            </a:r>
            <a:r>
              <a:rPr lang="en-US" sz="2800" b="0" dirty="0" err="1">
                <a:solidFill>
                  <a:srgbClr val="262626"/>
                </a:solidFill>
              </a:rPr>
              <a:t>kế</a:t>
            </a:r>
            <a:r>
              <a:rPr lang="en-US" sz="2800" b="0" dirty="0">
                <a:solidFill>
                  <a:srgbClr val="262626"/>
                </a:solidFill>
              </a:rPr>
              <a:t> </a:t>
            </a:r>
            <a:r>
              <a:rPr lang="en-US" sz="2800" b="0" dirty="0" err="1">
                <a:solidFill>
                  <a:srgbClr val="262626"/>
                </a:solidFill>
              </a:rPr>
              <a:t>tương</a:t>
            </a:r>
            <a:r>
              <a:rPr lang="en-US" sz="2800" b="0" dirty="0">
                <a:solidFill>
                  <a:srgbClr val="262626"/>
                </a:solidFill>
              </a:rPr>
              <a:t> </a:t>
            </a:r>
            <a:r>
              <a:rPr lang="en-US" sz="2800" b="0" dirty="0" err="1">
                <a:solidFill>
                  <a:srgbClr val="262626"/>
                </a:solidFill>
              </a:rPr>
              <a:t>tác</a:t>
            </a:r>
            <a:endParaRPr lang="vi-VN" sz="2800" b="0" dirty="0">
              <a:solidFill>
                <a:srgbClr val="262626"/>
              </a:solidFill>
            </a:endParaRPr>
          </a:p>
        </p:txBody>
      </p:sp>
      <p:sp>
        <p:nvSpPr>
          <p:cNvPr id="68" name="Google Shape;68;p3"/>
          <p:cNvSpPr txBox="1">
            <a:spLocks noGrp="1"/>
          </p:cNvSpPr>
          <p:nvPr>
            <p:ph type="sldNum" idx="4294967295"/>
          </p:nvPr>
        </p:nvSpPr>
        <p:spPr>
          <a:xfrm>
            <a:off x="76200" y="6172201"/>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sz="2000">
                <a:solidFill>
                  <a:schemeClr val="lt1"/>
                </a:solidFill>
              </a:rPr>
              <a:t>2</a:t>
            </a:fld>
            <a:endParaRPr sz="2000">
              <a:solidFill>
                <a:schemeClr val="lt1"/>
              </a:solidFill>
            </a:endParaRPr>
          </a:p>
        </p:txBody>
      </p:sp>
      <p:sp>
        <p:nvSpPr>
          <p:cNvPr id="69" name="Google Shape;69;p3"/>
          <p:cNvSpPr txBox="1"/>
          <p:nvPr/>
        </p:nvSpPr>
        <p:spPr>
          <a:xfrm>
            <a:off x="1207998" y="3784549"/>
            <a:ext cx="2809240" cy="457200"/>
          </a:xfrm>
          <a:prstGeom prst="rect">
            <a:avLst/>
          </a:prstGeom>
          <a:noFill/>
          <a:ln>
            <a:noFill/>
          </a:ln>
        </p:spPr>
        <p:txBody>
          <a:bodyPr spcFirstLastPara="1" wrap="square" lIns="91425" tIns="45700" rIns="91425" bIns="45700" anchor="t" anchorCtr="0">
            <a:normAutofit/>
          </a:bodyPr>
          <a:lstStyle/>
          <a:p>
            <a:pPr marL="0" marR="0" lvl="0" indent="0" algn="l" rtl="0">
              <a:spcBef>
                <a:spcPts val="0"/>
              </a:spcBef>
              <a:spcAft>
                <a:spcPts val="0"/>
              </a:spcAft>
              <a:buNone/>
            </a:pPr>
            <a:r>
              <a:rPr lang="en-US" sz="2400" b="1" dirty="0" err="1">
                <a:solidFill>
                  <a:schemeClr val="lt1"/>
                </a:solidFill>
                <a:latin typeface="Quattrocento Sans" panose="020B0502050000020003"/>
                <a:ea typeface="Quattrocento Sans" panose="020B0502050000020003"/>
                <a:cs typeface="Quattrocento Sans" panose="020B0502050000020003"/>
                <a:sym typeface="Quattrocento Sans" panose="020B0502050000020003"/>
              </a:rPr>
              <a:t>Phần</a:t>
            </a:r>
            <a:r>
              <a:rPr lang="en-US" sz="2400" b="1" dirty="0">
                <a:solidFill>
                  <a:schemeClr val="lt1"/>
                </a:solidFill>
                <a:latin typeface="Quattrocento Sans" panose="020B0502050000020003"/>
                <a:ea typeface="Quattrocento Sans" panose="020B0502050000020003"/>
                <a:cs typeface="Quattrocento Sans" panose="020B0502050000020003"/>
                <a:sym typeface="Quattrocento Sans" panose="020B0502050000020003"/>
              </a:rPr>
              <a:t> 1</a:t>
            </a:r>
            <a:endParaRPr sz="2400" b="1" dirty="0">
              <a:solidFill>
                <a:schemeClr val="lt1"/>
              </a:solidFill>
              <a:latin typeface="Quattrocento Sans" panose="020B0502050000020003"/>
              <a:ea typeface="Quattrocento Sans" panose="020B0502050000020003"/>
              <a:cs typeface="Quattrocento Sans" panose="020B0502050000020003"/>
              <a:sym typeface="Quattrocento Sans" panose="020B0502050000020003"/>
            </a:endParaRPr>
          </a:p>
        </p:txBody>
      </p:sp>
      <p:pic>
        <p:nvPicPr>
          <p:cNvPr id="70" name="Google Shape;70;p3"/>
          <p:cNvPicPr preferRelativeResize="0"/>
          <p:nvPr/>
        </p:nvPicPr>
        <p:blipFill rotWithShape="1">
          <a:blip r:embed="rId3"/>
          <a:srcRect/>
          <a:stretch>
            <a:fillRect/>
          </a:stretch>
        </p:blipFill>
        <p:spPr>
          <a:xfrm>
            <a:off x="5068798" y="457200"/>
            <a:ext cx="7220811" cy="3625320"/>
          </a:xfrm>
          <a:prstGeom prst="rect">
            <a:avLst/>
          </a:prstGeom>
          <a:noFill/>
          <a:ln>
            <a:noFill/>
          </a:ln>
        </p:spPr>
      </p:pic>
    </p:spTree>
    <p:extLst>
      <p:ext uri="{BB962C8B-B14F-4D97-AF65-F5344CB8AC3E}">
        <p14:creationId xmlns:p14="http://schemas.microsoft.com/office/powerpoint/2010/main" val="32538102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5"/>
        <p:cNvGrpSpPr/>
        <p:nvPr/>
      </p:nvGrpSpPr>
      <p:grpSpPr>
        <a:xfrm>
          <a:off x="0" y="0"/>
          <a:ext cx="0" cy="0"/>
          <a:chOff x="0" y="0"/>
          <a:chExt cx="0" cy="0"/>
        </a:xfrm>
      </p:grpSpPr>
      <p:sp>
        <p:nvSpPr>
          <p:cNvPr id="77" name="Google Shape;77;p4"/>
          <p:cNvSpPr txBox="1"/>
          <p:nvPr/>
        </p:nvSpPr>
        <p:spPr>
          <a:xfrm>
            <a:off x="457200" y="1066800"/>
            <a:ext cx="6797675" cy="5127625"/>
          </a:xfrm>
          <a:prstGeom prst="rect">
            <a:avLst/>
          </a:prstGeom>
          <a:noFill/>
          <a:ln>
            <a:noFill/>
          </a:ln>
        </p:spPr>
        <p:txBody>
          <a:bodyPr spcFirstLastPara="1" wrap="square" lIns="91425" tIns="45700" rIns="91425" bIns="45700" anchor="t" anchorCtr="0">
            <a:spAutoFit/>
          </a:bodyPr>
          <a:lstStyle/>
          <a:p>
            <a:pPr marL="457200" lvl="0" indent="-457200">
              <a:lnSpc>
                <a:spcPct val="130000"/>
              </a:lnSpc>
              <a:buClr>
                <a:schemeClr val="accent1"/>
              </a:buClr>
              <a:buSzPts val="2800"/>
              <a:buFont typeface="Noto Sans Symbols"/>
              <a:buChar char="▪"/>
            </a:pPr>
            <a:r>
              <a:rPr lang="en-US" altLang="vi-VN" sz="2800" dirty="0">
                <a:solidFill>
                  <a:schemeClr val="dk1"/>
                </a:solidFill>
                <a:latin typeface="Calibri" panose="020F0502020204030204"/>
                <a:ea typeface="Calibri" panose="020F0502020204030204"/>
                <a:cs typeface="Calibri" panose="020F0502020204030204"/>
                <a:sym typeface="Calibri" panose="020F0502020204030204"/>
              </a:rPr>
              <a:t>T</a:t>
            </a:r>
            <a:r>
              <a:rPr lang="vi-VN" sz="2800" dirty="0">
                <a:solidFill>
                  <a:schemeClr val="dk1"/>
                </a:solidFill>
                <a:latin typeface="Calibri" panose="020F0502020204030204"/>
                <a:ea typeface="Calibri" panose="020F0502020204030204"/>
                <a:cs typeface="Calibri" panose="020F0502020204030204"/>
                <a:sym typeface="Calibri" panose="020F0502020204030204"/>
              </a:rPr>
              <a:t>ính thiết kế đóng vai trò quan trọng vì nó giúp đảm bảo một giao diện trang web thẩm mỹ và dễ sử dụng. Tính thiết kế bao gồm những yếu tố sau:</a:t>
            </a:r>
          </a:p>
          <a:p>
            <a:pPr marL="914400" lvl="1" indent="-457200">
              <a:lnSpc>
                <a:spcPct val="130000"/>
              </a:lnSpc>
              <a:buClr>
                <a:schemeClr val="accent1"/>
              </a:buClr>
              <a:buSzPts val="2800"/>
              <a:buFont typeface="Arial" panose="020B0604020202020204" pitchFamily="34" charset="0"/>
              <a:buChar char="•"/>
            </a:pPr>
            <a:r>
              <a:rPr lang="vi-VN" sz="2800" dirty="0">
                <a:solidFill>
                  <a:schemeClr val="dk1"/>
                </a:solidFill>
                <a:latin typeface="Calibri" panose="020F0502020204030204"/>
                <a:ea typeface="Calibri" panose="020F0502020204030204"/>
                <a:cs typeface="Calibri" panose="020F0502020204030204"/>
                <a:sym typeface="Calibri" panose="020F0502020204030204"/>
              </a:rPr>
              <a:t>Tính hợp lý</a:t>
            </a:r>
          </a:p>
          <a:p>
            <a:pPr marL="914400" lvl="1" indent="-457200">
              <a:lnSpc>
                <a:spcPct val="130000"/>
              </a:lnSpc>
              <a:buClr>
                <a:schemeClr val="accent1"/>
              </a:buClr>
              <a:buSzPts val="2800"/>
              <a:buFont typeface="Arial" panose="020B0604020202020204" pitchFamily="34" charset="0"/>
              <a:buChar char="•"/>
            </a:pPr>
            <a:r>
              <a:rPr lang="vi-VN" sz="2800" dirty="0">
                <a:solidFill>
                  <a:schemeClr val="dk1"/>
                </a:solidFill>
                <a:latin typeface="Calibri" panose="020F0502020204030204"/>
                <a:ea typeface="Calibri" panose="020F0502020204030204"/>
                <a:cs typeface="Calibri" panose="020F0502020204030204"/>
                <a:sym typeface="Calibri" panose="020F0502020204030204"/>
              </a:rPr>
              <a:t>Tương thích với nhiều thiết bị</a:t>
            </a:r>
          </a:p>
          <a:p>
            <a:pPr marL="914400" lvl="1" indent="-457200">
              <a:lnSpc>
                <a:spcPct val="130000"/>
              </a:lnSpc>
              <a:buClr>
                <a:schemeClr val="accent1"/>
              </a:buClr>
              <a:buSzPts val="2800"/>
              <a:buFont typeface="Arial" panose="020B0604020202020204" pitchFamily="34" charset="0"/>
              <a:buChar char="•"/>
            </a:pPr>
            <a:r>
              <a:rPr lang="vi-VN" sz="2800" dirty="0">
                <a:solidFill>
                  <a:schemeClr val="dk1"/>
                </a:solidFill>
                <a:latin typeface="Calibri" panose="020F0502020204030204"/>
                <a:ea typeface="Calibri" panose="020F0502020204030204"/>
                <a:cs typeface="Calibri" panose="020F0502020204030204"/>
                <a:sym typeface="Calibri" panose="020F0502020204030204"/>
              </a:rPr>
              <a:t>Tính thẩm mỹ</a:t>
            </a:r>
          </a:p>
          <a:p>
            <a:pPr marL="914400" lvl="1" indent="-457200">
              <a:lnSpc>
                <a:spcPct val="130000"/>
              </a:lnSpc>
              <a:buClr>
                <a:schemeClr val="accent1"/>
              </a:buClr>
              <a:buSzPts val="2800"/>
              <a:buFont typeface="Arial" panose="020B0604020202020204" pitchFamily="34" charset="0"/>
              <a:buChar char="•"/>
            </a:pPr>
            <a:r>
              <a:rPr lang="vi-VN" sz="2800" dirty="0">
                <a:solidFill>
                  <a:schemeClr val="dk1"/>
                </a:solidFill>
                <a:latin typeface="Calibri" panose="020F0502020204030204"/>
                <a:ea typeface="Calibri" panose="020F0502020204030204"/>
                <a:cs typeface="Calibri" panose="020F0502020204030204"/>
                <a:sym typeface="Calibri" panose="020F0502020204030204"/>
              </a:rPr>
              <a:t>Tính tương tác</a:t>
            </a:r>
          </a:p>
          <a:p>
            <a:pPr marL="914400" lvl="1" indent="-457200">
              <a:lnSpc>
                <a:spcPct val="130000"/>
              </a:lnSpc>
              <a:buClr>
                <a:schemeClr val="accent1"/>
              </a:buClr>
              <a:buSzPts val="2800"/>
              <a:buFont typeface="Arial" panose="020B0604020202020204" pitchFamily="34" charset="0"/>
              <a:buChar char="•"/>
            </a:pPr>
            <a:r>
              <a:rPr lang="vi-VN" sz="2800" dirty="0">
                <a:solidFill>
                  <a:schemeClr val="dk1"/>
                </a:solidFill>
                <a:latin typeface="Calibri" panose="020F0502020204030204"/>
                <a:ea typeface="Calibri" panose="020F0502020204030204"/>
                <a:cs typeface="Calibri" panose="020F0502020204030204"/>
                <a:sym typeface="Calibri" panose="020F0502020204030204"/>
              </a:rPr>
              <a:t>Tính đơn giản</a:t>
            </a:r>
          </a:p>
        </p:txBody>
      </p:sp>
      <p:sp>
        <p:nvSpPr>
          <p:cNvPr id="78" name="Google Shape;78;p4"/>
          <p:cNvSpPr txBox="1">
            <a:spLocks noGrp="1"/>
          </p:cNvSpPr>
          <p:nvPr>
            <p:ph type="title"/>
          </p:nvPr>
        </p:nvSpPr>
        <p:spPr>
          <a:xfrm>
            <a:off x="406400" y="254849"/>
            <a:ext cx="11379200" cy="613833"/>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2"/>
              </a:buClr>
              <a:buSzPts val="2800"/>
              <a:buFont typeface="Quattrocento Sans" panose="020B0502050000020003"/>
              <a:buNone/>
            </a:pPr>
            <a:r>
              <a:rPr lang="en-US" dirty="0"/>
              <a:t>1. </a:t>
            </a:r>
            <a:r>
              <a:rPr lang="en-US" dirty="0" err="1"/>
              <a:t>Tính thiết kế là gì</a:t>
            </a:r>
            <a:r>
              <a:rPr lang="en-US" dirty="0"/>
              <a:t>?</a:t>
            </a:r>
            <a:endParaRPr dirty="0"/>
          </a:p>
        </p:txBody>
      </p:sp>
      <p:pic>
        <p:nvPicPr>
          <p:cNvPr id="4" name="Picture 3"/>
          <p:cNvPicPr>
            <a:picLocks noChangeAspect="1"/>
          </p:cNvPicPr>
          <p:nvPr/>
        </p:nvPicPr>
        <p:blipFill rotWithShape="1">
          <a:blip r:embed="rId3"/>
          <a:srcRect t="211" r="52269" b="-211"/>
          <a:stretch/>
        </p:blipFill>
        <p:spPr>
          <a:xfrm>
            <a:off x="8032647" y="1180052"/>
            <a:ext cx="3972886" cy="5091655"/>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5"/>
        <p:cNvGrpSpPr/>
        <p:nvPr/>
      </p:nvGrpSpPr>
      <p:grpSpPr>
        <a:xfrm>
          <a:off x="0" y="0"/>
          <a:ext cx="0" cy="0"/>
          <a:chOff x="0" y="0"/>
          <a:chExt cx="0" cy="0"/>
        </a:xfrm>
      </p:grpSpPr>
      <p:sp>
        <p:nvSpPr>
          <p:cNvPr id="77" name="Google Shape;77;p4"/>
          <p:cNvSpPr txBox="1"/>
          <p:nvPr/>
        </p:nvSpPr>
        <p:spPr>
          <a:xfrm>
            <a:off x="457200" y="1066800"/>
            <a:ext cx="5781675" cy="2888615"/>
          </a:xfrm>
          <a:prstGeom prst="rect">
            <a:avLst/>
          </a:prstGeom>
          <a:noFill/>
          <a:ln>
            <a:noFill/>
          </a:ln>
        </p:spPr>
        <p:txBody>
          <a:bodyPr spcFirstLastPara="1" wrap="square" lIns="91425" tIns="45700" rIns="91425" bIns="45700" anchor="t" anchorCtr="0">
            <a:spAutoFit/>
          </a:bodyPr>
          <a:lstStyle/>
          <a:p>
            <a:pPr marL="0" lvl="0" indent="0">
              <a:lnSpc>
                <a:spcPct val="130000"/>
              </a:lnSpc>
              <a:buClr>
                <a:schemeClr val="accent1"/>
              </a:buClr>
              <a:buSzPts val="2800"/>
              <a:buFont typeface="Noto Sans Symbols"/>
              <a:buNone/>
            </a:pPr>
            <a:r>
              <a:rPr lang="en-US" altLang="vi-VN" sz="2800" b="1" dirty="0">
                <a:solidFill>
                  <a:schemeClr val="dk1"/>
                </a:solidFill>
                <a:latin typeface="Calibri" panose="020F0502020204030204"/>
                <a:ea typeface="Calibri" panose="020F0502020204030204"/>
                <a:cs typeface="Calibri" panose="020F0502020204030204"/>
                <a:sym typeface="Calibri" panose="020F0502020204030204"/>
              </a:rPr>
              <a:t>1.1. </a:t>
            </a:r>
            <a:r>
              <a:rPr lang="vi-VN" sz="2800" b="1" dirty="0">
                <a:solidFill>
                  <a:schemeClr val="dk1"/>
                </a:solidFill>
                <a:latin typeface="Calibri" panose="020F0502020204030204"/>
                <a:ea typeface="Calibri" panose="020F0502020204030204"/>
                <a:cs typeface="Calibri" panose="020F0502020204030204"/>
                <a:sym typeface="Calibri" panose="020F0502020204030204"/>
              </a:rPr>
              <a:t>Tính hợp lý: </a:t>
            </a:r>
          </a:p>
          <a:p>
            <a:pPr marL="0" lvl="0" indent="0">
              <a:lnSpc>
                <a:spcPct val="130000"/>
              </a:lnSpc>
              <a:buClr>
                <a:schemeClr val="accent1"/>
              </a:buClr>
              <a:buSzPts val="2800"/>
              <a:buFont typeface="Noto Sans Symbols"/>
              <a:buNone/>
            </a:pPr>
            <a:r>
              <a:rPr lang="vi-VN" sz="2800" dirty="0">
                <a:solidFill>
                  <a:schemeClr val="dk1"/>
                </a:solidFill>
                <a:latin typeface="Calibri" panose="020F0502020204030204"/>
                <a:ea typeface="Calibri" panose="020F0502020204030204"/>
                <a:cs typeface="Calibri" panose="020F0502020204030204"/>
                <a:sym typeface="Calibri" panose="020F0502020204030204"/>
              </a:rPr>
              <a:t>Thiết kế layout cần phải hợp lý và tối ưu hóa độ dài trang để tăng tính thân thiện với người dùng và thuận tiện cho việc tìm kiếm thông tin.</a:t>
            </a:r>
          </a:p>
        </p:txBody>
      </p:sp>
      <p:sp>
        <p:nvSpPr>
          <p:cNvPr id="78" name="Google Shape;78;p4"/>
          <p:cNvSpPr txBox="1">
            <a:spLocks noGrp="1"/>
          </p:cNvSpPr>
          <p:nvPr>
            <p:ph type="title"/>
          </p:nvPr>
        </p:nvSpPr>
        <p:spPr>
          <a:xfrm>
            <a:off x="406400" y="254849"/>
            <a:ext cx="11379200" cy="613833"/>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2"/>
              </a:buClr>
              <a:buSzPts val="2800"/>
              <a:buFont typeface="Quattrocento Sans" panose="020B0502050000020003"/>
              <a:buNone/>
            </a:pPr>
            <a:r>
              <a:rPr lang="en-US" dirty="0"/>
              <a:t>1. </a:t>
            </a:r>
            <a:r>
              <a:rPr lang="en-US" dirty="0" err="1"/>
              <a:t>Tính thiết kế là gì</a:t>
            </a:r>
            <a:r>
              <a:rPr lang="en-US" dirty="0"/>
              <a:t>?</a:t>
            </a:r>
            <a:endParaRPr dirty="0"/>
          </a:p>
        </p:txBody>
      </p:sp>
      <p:pic>
        <p:nvPicPr>
          <p:cNvPr id="4" name="Picture 3"/>
          <p:cNvPicPr>
            <a:picLocks noChangeAspect="1"/>
          </p:cNvPicPr>
          <p:nvPr/>
        </p:nvPicPr>
        <p:blipFill rotWithShape="1">
          <a:blip r:embed="rId3"/>
          <a:srcRect l="51439" t="422" r="830" b="-422"/>
          <a:stretch/>
        </p:blipFill>
        <p:spPr>
          <a:xfrm>
            <a:off x="8032647" y="1180052"/>
            <a:ext cx="3972886" cy="5091655"/>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5"/>
        <p:cNvGrpSpPr/>
        <p:nvPr/>
      </p:nvGrpSpPr>
      <p:grpSpPr>
        <a:xfrm>
          <a:off x="0" y="0"/>
          <a:ext cx="0" cy="0"/>
          <a:chOff x="0" y="0"/>
          <a:chExt cx="0" cy="0"/>
        </a:xfrm>
      </p:grpSpPr>
      <p:sp>
        <p:nvSpPr>
          <p:cNvPr id="77" name="Google Shape;77;p4"/>
          <p:cNvSpPr txBox="1"/>
          <p:nvPr/>
        </p:nvSpPr>
        <p:spPr>
          <a:xfrm>
            <a:off x="457201" y="1066800"/>
            <a:ext cx="5642386" cy="2893059"/>
          </a:xfrm>
          <a:prstGeom prst="rect">
            <a:avLst/>
          </a:prstGeom>
          <a:noFill/>
          <a:ln>
            <a:noFill/>
          </a:ln>
        </p:spPr>
        <p:txBody>
          <a:bodyPr spcFirstLastPara="1" wrap="square" lIns="91425" tIns="45700" rIns="91425" bIns="45700" anchor="t" anchorCtr="0">
            <a:spAutoFit/>
          </a:bodyPr>
          <a:lstStyle/>
          <a:p>
            <a:pPr marL="0" lvl="0" indent="0">
              <a:lnSpc>
                <a:spcPct val="130000"/>
              </a:lnSpc>
              <a:buClr>
                <a:schemeClr val="accent1"/>
              </a:buClr>
              <a:buSzPts val="2800"/>
              <a:buFont typeface="Noto Sans Symbols"/>
              <a:buNone/>
            </a:pPr>
            <a:r>
              <a:rPr lang="en-US" altLang="vi-VN" sz="2800" b="1" dirty="0">
                <a:solidFill>
                  <a:schemeClr val="dk1"/>
                </a:solidFill>
                <a:latin typeface="Calibri" panose="020F0502020204030204"/>
                <a:ea typeface="Calibri" panose="020F0502020204030204"/>
                <a:cs typeface="Calibri" panose="020F0502020204030204"/>
                <a:sym typeface="Calibri" panose="020F0502020204030204"/>
              </a:rPr>
              <a:t>1.2. </a:t>
            </a:r>
            <a:r>
              <a:rPr lang="vi-VN" sz="2800" b="1" dirty="0">
                <a:solidFill>
                  <a:schemeClr val="dk1"/>
                </a:solidFill>
                <a:latin typeface="Calibri" panose="020F0502020204030204"/>
                <a:ea typeface="Calibri" panose="020F0502020204030204"/>
                <a:cs typeface="Calibri" panose="020F0502020204030204"/>
                <a:sym typeface="Calibri" panose="020F0502020204030204"/>
              </a:rPr>
              <a:t>Tương thích với nhiều thiết bị: </a:t>
            </a:r>
          </a:p>
          <a:p>
            <a:pPr marL="0" lvl="0" indent="0">
              <a:lnSpc>
                <a:spcPct val="130000"/>
              </a:lnSpc>
              <a:buClr>
                <a:schemeClr val="accent1"/>
              </a:buClr>
              <a:buSzPts val="2800"/>
              <a:buFont typeface="Noto Sans Symbols"/>
              <a:buNone/>
            </a:pPr>
            <a:r>
              <a:rPr lang="vi-VN" sz="2800" dirty="0">
                <a:solidFill>
                  <a:schemeClr val="dk1"/>
                </a:solidFill>
                <a:latin typeface="Calibri" panose="020F0502020204030204"/>
                <a:ea typeface="Calibri" panose="020F0502020204030204"/>
                <a:cs typeface="Calibri" panose="020F0502020204030204"/>
                <a:sym typeface="Calibri" panose="020F0502020204030204"/>
              </a:rPr>
              <a:t>Thiết kế layout cần đảm bảo sự tương thích đa thiết bị, từ máy tính để bàn đến thiết bị di động như smartphone và tablet.</a:t>
            </a:r>
          </a:p>
        </p:txBody>
      </p:sp>
      <p:sp>
        <p:nvSpPr>
          <p:cNvPr id="78" name="Google Shape;78;p4"/>
          <p:cNvSpPr txBox="1">
            <a:spLocks noGrp="1"/>
          </p:cNvSpPr>
          <p:nvPr>
            <p:ph type="title"/>
          </p:nvPr>
        </p:nvSpPr>
        <p:spPr>
          <a:xfrm>
            <a:off x="406400" y="254849"/>
            <a:ext cx="11379200" cy="613833"/>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2"/>
              </a:buClr>
              <a:buSzPts val="2800"/>
              <a:buFont typeface="Quattrocento Sans" panose="020B0502050000020003"/>
              <a:buNone/>
            </a:pPr>
            <a:r>
              <a:rPr lang="en-US" dirty="0"/>
              <a:t>1. </a:t>
            </a:r>
            <a:r>
              <a:rPr lang="en-US" dirty="0" err="1"/>
              <a:t>Tính thiết kế là gì</a:t>
            </a:r>
            <a:r>
              <a:rPr lang="en-US" dirty="0"/>
              <a:t>?</a:t>
            </a:r>
            <a:endParaRPr dirty="0"/>
          </a:p>
        </p:txBody>
      </p:sp>
      <p:pic>
        <p:nvPicPr>
          <p:cNvPr id="2" name="Picture 1"/>
          <p:cNvPicPr>
            <a:picLocks noChangeAspect="1"/>
          </p:cNvPicPr>
          <p:nvPr/>
        </p:nvPicPr>
        <p:blipFill>
          <a:blip r:embed="rId3"/>
          <a:stretch>
            <a:fillRect/>
          </a:stretch>
        </p:blipFill>
        <p:spPr>
          <a:xfrm>
            <a:off x="6006735" y="1288620"/>
            <a:ext cx="5778865" cy="3487775"/>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75"/>
        <p:cNvGrpSpPr/>
        <p:nvPr/>
      </p:nvGrpSpPr>
      <p:grpSpPr>
        <a:xfrm>
          <a:off x="0" y="0"/>
          <a:ext cx="0" cy="0"/>
          <a:chOff x="0" y="0"/>
          <a:chExt cx="0" cy="0"/>
        </a:xfrm>
      </p:grpSpPr>
      <p:sp>
        <p:nvSpPr>
          <p:cNvPr id="77" name="Google Shape;77;p4"/>
          <p:cNvSpPr txBox="1"/>
          <p:nvPr/>
        </p:nvSpPr>
        <p:spPr>
          <a:xfrm>
            <a:off x="457201" y="1066800"/>
            <a:ext cx="4211618" cy="2893059"/>
          </a:xfrm>
          <a:prstGeom prst="rect">
            <a:avLst/>
          </a:prstGeom>
          <a:noFill/>
          <a:ln>
            <a:noFill/>
          </a:ln>
        </p:spPr>
        <p:txBody>
          <a:bodyPr spcFirstLastPara="1" wrap="square" lIns="91425" tIns="45700" rIns="91425" bIns="45700" anchor="t" anchorCtr="0">
            <a:spAutoFit/>
          </a:bodyPr>
          <a:lstStyle/>
          <a:p>
            <a:pPr marL="0" lvl="0" indent="0">
              <a:lnSpc>
                <a:spcPct val="130000"/>
              </a:lnSpc>
              <a:buClr>
                <a:schemeClr val="accent1"/>
              </a:buClr>
              <a:buSzPts val="2800"/>
              <a:buFont typeface="Noto Sans Symbols"/>
              <a:buNone/>
            </a:pPr>
            <a:r>
              <a:rPr lang="en-US" altLang="vi-VN" sz="2800" b="1" dirty="0">
                <a:solidFill>
                  <a:schemeClr val="dk1"/>
                </a:solidFill>
                <a:latin typeface="Calibri" panose="020F0502020204030204"/>
                <a:ea typeface="Calibri" panose="020F0502020204030204"/>
                <a:cs typeface="Calibri" panose="020F0502020204030204"/>
                <a:sym typeface="Calibri" panose="020F0502020204030204"/>
              </a:rPr>
              <a:t>1.3. </a:t>
            </a:r>
            <a:r>
              <a:rPr lang="vi-VN" sz="2800" b="1" dirty="0">
                <a:solidFill>
                  <a:schemeClr val="dk1"/>
                </a:solidFill>
                <a:latin typeface="Calibri" panose="020F0502020204030204"/>
                <a:ea typeface="Calibri" panose="020F0502020204030204"/>
                <a:cs typeface="Calibri" panose="020F0502020204030204"/>
                <a:sym typeface="Calibri" panose="020F0502020204030204"/>
              </a:rPr>
              <a:t>Tính thẩm mỹ:</a:t>
            </a:r>
            <a:r>
              <a:rPr lang="vi-VN" sz="2800" dirty="0">
                <a:solidFill>
                  <a:schemeClr val="dk1"/>
                </a:solidFill>
                <a:latin typeface="Calibri" panose="020F0502020204030204"/>
                <a:ea typeface="Calibri" panose="020F0502020204030204"/>
                <a:cs typeface="Calibri" panose="020F0502020204030204"/>
                <a:sym typeface="Calibri" panose="020F0502020204030204"/>
              </a:rPr>
              <a:t> </a:t>
            </a:r>
          </a:p>
          <a:p>
            <a:pPr marL="0" lvl="0" indent="0">
              <a:lnSpc>
                <a:spcPct val="130000"/>
              </a:lnSpc>
              <a:buClr>
                <a:schemeClr val="accent1"/>
              </a:buClr>
              <a:buSzPts val="2800"/>
              <a:buFont typeface="Noto Sans Symbols"/>
              <a:buNone/>
            </a:pPr>
            <a:r>
              <a:rPr lang="vi-VN" sz="2800" dirty="0">
                <a:solidFill>
                  <a:schemeClr val="dk1"/>
                </a:solidFill>
                <a:latin typeface="Calibri" panose="020F0502020204030204"/>
                <a:ea typeface="Calibri" panose="020F0502020204030204"/>
                <a:cs typeface="Calibri" panose="020F0502020204030204"/>
                <a:sym typeface="Calibri" panose="020F0502020204030204"/>
              </a:rPr>
              <a:t>Đảm bảo giao diện trang web đẹp và hấp dẫn là một yếu tố quan trọng trong tính thiết kế.</a:t>
            </a:r>
          </a:p>
        </p:txBody>
      </p:sp>
      <p:sp>
        <p:nvSpPr>
          <p:cNvPr id="78" name="Google Shape;78;p4"/>
          <p:cNvSpPr txBox="1">
            <a:spLocks noGrp="1"/>
          </p:cNvSpPr>
          <p:nvPr>
            <p:ph type="title"/>
          </p:nvPr>
        </p:nvSpPr>
        <p:spPr>
          <a:xfrm>
            <a:off x="406400" y="254849"/>
            <a:ext cx="11379200" cy="613833"/>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2"/>
              </a:buClr>
              <a:buSzPts val="2800"/>
              <a:buFont typeface="Quattrocento Sans" panose="020B0502050000020003"/>
              <a:buNone/>
            </a:pPr>
            <a:r>
              <a:rPr lang="en-US" dirty="0"/>
              <a:t>1. </a:t>
            </a:r>
            <a:r>
              <a:rPr lang="en-US" dirty="0" err="1"/>
              <a:t>Tính thiết kế là gì</a:t>
            </a:r>
            <a:r>
              <a:rPr lang="en-US" dirty="0"/>
              <a:t>?</a:t>
            </a:r>
            <a:endParaRPr dirty="0"/>
          </a:p>
        </p:txBody>
      </p:sp>
      <p:pic>
        <p:nvPicPr>
          <p:cNvPr id="4" name="Picture 3"/>
          <p:cNvPicPr>
            <a:picLocks noChangeAspect="1"/>
          </p:cNvPicPr>
          <p:nvPr/>
        </p:nvPicPr>
        <p:blipFill>
          <a:blip r:embed="rId3"/>
          <a:stretch>
            <a:fillRect/>
          </a:stretch>
        </p:blipFill>
        <p:spPr>
          <a:xfrm>
            <a:off x="5077609" y="1057564"/>
            <a:ext cx="6708091" cy="5269469"/>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75"/>
        <p:cNvGrpSpPr/>
        <p:nvPr/>
      </p:nvGrpSpPr>
      <p:grpSpPr>
        <a:xfrm>
          <a:off x="0" y="0"/>
          <a:ext cx="0" cy="0"/>
          <a:chOff x="0" y="0"/>
          <a:chExt cx="0" cy="0"/>
        </a:xfrm>
      </p:grpSpPr>
      <p:sp>
        <p:nvSpPr>
          <p:cNvPr id="77" name="Google Shape;77;p4"/>
          <p:cNvSpPr txBox="1"/>
          <p:nvPr/>
        </p:nvSpPr>
        <p:spPr>
          <a:xfrm>
            <a:off x="457201" y="1066800"/>
            <a:ext cx="4534348" cy="4573519"/>
          </a:xfrm>
          <a:prstGeom prst="rect">
            <a:avLst/>
          </a:prstGeom>
          <a:noFill/>
          <a:ln>
            <a:noFill/>
          </a:ln>
        </p:spPr>
        <p:txBody>
          <a:bodyPr spcFirstLastPara="1" wrap="square" lIns="91425" tIns="45700" rIns="91425" bIns="45700" anchor="t" anchorCtr="0">
            <a:spAutoFit/>
          </a:bodyPr>
          <a:lstStyle/>
          <a:p>
            <a:pPr marL="0" lvl="0" indent="0">
              <a:lnSpc>
                <a:spcPct val="130000"/>
              </a:lnSpc>
              <a:buClr>
                <a:schemeClr val="accent1"/>
              </a:buClr>
              <a:buSzPts val="2800"/>
              <a:buFont typeface="Noto Sans Symbols"/>
              <a:buNone/>
            </a:pPr>
            <a:r>
              <a:rPr lang="en-US" altLang="vi-VN" sz="2800" b="1" dirty="0">
                <a:solidFill>
                  <a:schemeClr val="dk1"/>
                </a:solidFill>
                <a:latin typeface="Calibri" panose="020F0502020204030204"/>
                <a:ea typeface="Calibri" panose="020F0502020204030204"/>
                <a:cs typeface="Calibri" panose="020F0502020204030204"/>
                <a:sym typeface="Calibri" panose="020F0502020204030204"/>
              </a:rPr>
              <a:t>1.4. </a:t>
            </a:r>
            <a:r>
              <a:rPr lang="vi-VN" sz="2800" b="1" dirty="0">
                <a:solidFill>
                  <a:schemeClr val="dk1"/>
                </a:solidFill>
                <a:latin typeface="Calibri" panose="020F0502020204030204"/>
                <a:ea typeface="Calibri" panose="020F0502020204030204"/>
                <a:cs typeface="Calibri" panose="020F0502020204030204"/>
                <a:sym typeface="Calibri" panose="020F0502020204030204"/>
              </a:rPr>
              <a:t>Tính tương tác:</a:t>
            </a:r>
            <a:r>
              <a:rPr lang="vi-VN" sz="2800" dirty="0">
                <a:solidFill>
                  <a:schemeClr val="dk1"/>
                </a:solidFill>
                <a:latin typeface="Calibri" panose="020F0502020204030204"/>
                <a:ea typeface="Calibri" panose="020F0502020204030204"/>
                <a:cs typeface="Calibri" panose="020F0502020204030204"/>
                <a:sym typeface="Calibri" panose="020F0502020204030204"/>
              </a:rPr>
              <a:t> </a:t>
            </a:r>
          </a:p>
          <a:p>
            <a:pPr marL="457200" lvl="0" indent="-457200">
              <a:lnSpc>
                <a:spcPct val="130000"/>
              </a:lnSpc>
              <a:buClr>
                <a:schemeClr val="accent1"/>
              </a:buClr>
              <a:buSzPts val="2800"/>
              <a:buFontTx/>
              <a:buChar char="-"/>
            </a:pPr>
            <a:r>
              <a:rPr lang="vi-VN" sz="2800" dirty="0">
                <a:solidFill>
                  <a:schemeClr val="dk1"/>
                </a:solidFill>
                <a:latin typeface="Calibri" panose="020F0502020204030204"/>
                <a:ea typeface="Calibri" panose="020F0502020204030204"/>
                <a:cs typeface="Calibri" panose="020F0502020204030204"/>
                <a:sym typeface="Calibri" panose="020F0502020204030204"/>
              </a:rPr>
              <a:t>Thiết kế layout cần được thiết kế để tương tác tốt với người sử dụng. </a:t>
            </a:r>
            <a:endParaRPr lang="en-US" sz="2800" dirty="0">
              <a:solidFill>
                <a:schemeClr val="dk1"/>
              </a:solidFill>
              <a:latin typeface="Calibri" panose="020F0502020204030204"/>
              <a:ea typeface="Calibri" panose="020F0502020204030204"/>
              <a:cs typeface="Calibri" panose="020F0502020204030204"/>
              <a:sym typeface="Calibri" panose="020F0502020204030204"/>
            </a:endParaRPr>
          </a:p>
          <a:p>
            <a:pPr marL="457200" lvl="0" indent="-457200">
              <a:lnSpc>
                <a:spcPct val="130000"/>
              </a:lnSpc>
              <a:buClr>
                <a:schemeClr val="accent1"/>
              </a:buClr>
              <a:buSzPts val="2800"/>
              <a:buFontTx/>
              <a:buChar char="-"/>
            </a:pPr>
            <a:r>
              <a:rPr lang="vi-VN" sz="2800" dirty="0">
                <a:solidFill>
                  <a:schemeClr val="dk1"/>
                </a:solidFill>
                <a:latin typeface="Calibri" panose="020F0502020204030204"/>
                <a:ea typeface="Calibri" panose="020F0502020204030204"/>
                <a:cs typeface="Calibri" panose="020F0502020204030204"/>
                <a:sym typeface="Calibri" panose="020F0502020204030204"/>
              </a:rPr>
              <a:t>Tương tác bao gồm việc sử dụng hiệu ứng chuyển động, các nút bấm, menu, tiêu đề và văn bản.</a:t>
            </a:r>
          </a:p>
        </p:txBody>
      </p:sp>
      <p:sp>
        <p:nvSpPr>
          <p:cNvPr id="78" name="Google Shape;78;p4"/>
          <p:cNvSpPr txBox="1">
            <a:spLocks noGrp="1"/>
          </p:cNvSpPr>
          <p:nvPr>
            <p:ph type="title"/>
          </p:nvPr>
        </p:nvSpPr>
        <p:spPr>
          <a:xfrm>
            <a:off x="406400" y="254849"/>
            <a:ext cx="11379200" cy="613833"/>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2"/>
              </a:buClr>
              <a:buSzPts val="2800"/>
              <a:buFont typeface="Quattrocento Sans" panose="020B0502050000020003"/>
              <a:buNone/>
            </a:pPr>
            <a:r>
              <a:rPr lang="en-US" dirty="0"/>
              <a:t>1. </a:t>
            </a:r>
            <a:r>
              <a:rPr lang="en-US" dirty="0" err="1"/>
              <a:t>Tính thiết kế là gì</a:t>
            </a:r>
            <a:r>
              <a:rPr lang="en-US" dirty="0"/>
              <a:t>?</a:t>
            </a:r>
            <a:endParaRPr dirty="0"/>
          </a:p>
        </p:txBody>
      </p:sp>
      <p:pic>
        <p:nvPicPr>
          <p:cNvPr id="4" name="Picture 3"/>
          <p:cNvPicPr>
            <a:picLocks noChangeAspect="1"/>
          </p:cNvPicPr>
          <p:nvPr/>
        </p:nvPicPr>
        <p:blipFill>
          <a:blip r:embed="rId3"/>
          <a:stretch>
            <a:fillRect/>
          </a:stretch>
        </p:blipFill>
        <p:spPr>
          <a:xfrm>
            <a:off x="5260524" y="1247383"/>
            <a:ext cx="6525176" cy="3991591"/>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75"/>
        <p:cNvGrpSpPr/>
        <p:nvPr/>
      </p:nvGrpSpPr>
      <p:grpSpPr>
        <a:xfrm>
          <a:off x="0" y="0"/>
          <a:ext cx="0" cy="0"/>
          <a:chOff x="0" y="0"/>
          <a:chExt cx="0" cy="0"/>
        </a:xfrm>
      </p:grpSpPr>
      <p:sp>
        <p:nvSpPr>
          <p:cNvPr id="77" name="Google Shape;77;p4"/>
          <p:cNvSpPr txBox="1"/>
          <p:nvPr/>
        </p:nvSpPr>
        <p:spPr>
          <a:xfrm>
            <a:off x="457200" y="1066800"/>
            <a:ext cx="4351468" cy="4013366"/>
          </a:xfrm>
          <a:prstGeom prst="rect">
            <a:avLst/>
          </a:prstGeom>
          <a:noFill/>
          <a:ln>
            <a:noFill/>
          </a:ln>
        </p:spPr>
        <p:txBody>
          <a:bodyPr spcFirstLastPara="1" wrap="square" lIns="91425" tIns="45700" rIns="91425" bIns="45700" anchor="t" anchorCtr="0">
            <a:spAutoFit/>
          </a:bodyPr>
          <a:lstStyle/>
          <a:p>
            <a:pPr marL="0" lvl="0" indent="0">
              <a:lnSpc>
                <a:spcPct val="130000"/>
              </a:lnSpc>
              <a:buClr>
                <a:schemeClr val="accent1"/>
              </a:buClr>
              <a:buSzPts val="2800"/>
              <a:buFont typeface="Noto Sans Symbols"/>
              <a:buNone/>
            </a:pPr>
            <a:r>
              <a:rPr lang="en-US" altLang="vi-VN" sz="2800" b="1" dirty="0">
                <a:solidFill>
                  <a:schemeClr val="dk1"/>
                </a:solidFill>
                <a:latin typeface="Calibri" panose="020F0502020204030204"/>
                <a:ea typeface="Calibri" panose="020F0502020204030204"/>
                <a:cs typeface="Calibri" panose="020F0502020204030204"/>
                <a:sym typeface="Calibri" panose="020F0502020204030204"/>
              </a:rPr>
              <a:t>1.5. </a:t>
            </a:r>
            <a:r>
              <a:rPr lang="vi-VN" sz="2800" b="1" dirty="0">
                <a:solidFill>
                  <a:schemeClr val="dk1"/>
                </a:solidFill>
                <a:latin typeface="Calibri" panose="020F0502020204030204"/>
                <a:ea typeface="Calibri" panose="020F0502020204030204"/>
                <a:cs typeface="Calibri" panose="020F0502020204030204"/>
                <a:sym typeface="Calibri" panose="020F0502020204030204"/>
              </a:rPr>
              <a:t>Tính đơn giản: </a:t>
            </a:r>
          </a:p>
          <a:p>
            <a:pPr marL="0" lvl="0" indent="0">
              <a:lnSpc>
                <a:spcPct val="130000"/>
              </a:lnSpc>
              <a:buClr>
                <a:schemeClr val="accent1"/>
              </a:buClr>
              <a:buSzPts val="2800"/>
              <a:buFont typeface="Noto Sans Symbols"/>
              <a:buNone/>
            </a:pPr>
            <a:r>
              <a:rPr lang="vi-VN" sz="2800" dirty="0">
                <a:solidFill>
                  <a:schemeClr val="dk1"/>
                </a:solidFill>
                <a:latin typeface="Calibri" panose="020F0502020204030204"/>
                <a:ea typeface="Calibri" panose="020F0502020204030204"/>
                <a:cs typeface="Calibri" panose="020F0502020204030204"/>
                <a:sym typeface="Calibri" panose="020F0502020204030204"/>
              </a:rPr>
              <a:t>Thiết kế layout cần được đơn giản hóa để tăng tính thân thiện với người dùng và thuận tiện cho việc tìm kiếm thông tin.</a:t>
            </a:r>
          </a:p>
          <a:p>
            <a:pPr marL="457200" lvl="0" indent="-457200">
              <a:lnSpc>
                <a:spcPct val="130000"/>
              </a:lnSpc>
              <a:buClr>
                <a:schemeClr val="accent1"/>
              </a:buClr>
              <a:buSzPts val="2800"/>
              <a:buFont typeface="Noto Sans Symbols"/>
              <a:buChar char="▪"/>
            </a:pPr>
            <a:endParaRPr lang="vi-VN" sz="2800" dirty="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78" name="Google Shape;78;p4"/>
          <p:cNvSpPr txBox="1">
            <a:spLocks noGrp="1"/>
          </p:cNvSpPr>
          <p:nvPr>
            <p:ph type="title"/>
          </p:nvPr>
        </p:nvSpPr>
        <p:spPr>
          <a:xfrm>
            <a:off x="406400" y="254849"/>
            <a:ext cx="11379200" cy="613833"/>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2"/>
              </a:buClr>
              <a:buSzPts val="2800"/>
              <a:buFont typeface="Quattrocento Sans" panose="020B0502050000020003"/>
              <a:buNone/>
            </a:pPr>
            <a:r>
              <a:rPr lang="en-US" dirty="0"/>
              <a:t>1. </a:t>
            </a:r>
            <a:r>
              <a:rPr lang="en-US" dirty="0" err="1"/>
              <a:t>Tính thiết kế là gì</a:t>
            </a:r>
            <a:r>
              <a:rPr lang="en-US" dirty="0"/>
              <a:t>?</a:t>
            </a:r>
            <a:endParaRPr dirty="0"/>
          </a:p>
        </p:txBody>
      </p:sp>
      <p:pic>
        <p:nvPicPr>
          <p:cNvPr id="4" name="Picture 3"/>
          <p:cNvPicPr>
            <a:picLocks noChangeAspect="1"/>
          </p:cNvPicPr>
          <p:nvPr/>
        </p:nvPicPr>
        <p:blipFill>
          <a:blip r:embed="rId3"/>
          <a:stretch>
            <a:fillRect/>
          </a:stretch>
        </p:blipFill>
        <p:spPr>
          <a:xfrm>
            <a:off x="5216868" y="1506970"/>
            <a:ext cx="6568832" cy="4299357"/>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75"/>
        <p:cNvGrpSpPr/>
        <p:nvPr/>
      </p:nvGrpSpPr>
      <p:grpSpPr>
        <a:xfrm>
          <a:off x="0" y="0"/>
          <a:ext cx="0" cy="0"/>
          <a:chOff x="0" y="0"/>
          <a:chExt cx="0" cy="0"/>
        </a:xfrm>
      </p:grpSpPr>
      <p:sp>
        <p:nvSpPr>
          <p:cNvPr id="77" name="Google Shape;77;p4"/>
          <p:cNvSpPr txBox="1"/>
          <p:nvPr/>
        </p:nvSpPr>
        <p:spPr>
          <a:xfrm>
            <a:off x="457200" y="1066800"/>
            <a:ext cx="6449209" cy="5780003"/>
          </a:xfrm>
          <a:prstGeom prst="rect">
            <a:avLst/>
          </a:prstGeom>
          <a:noFill/>
          <a:ln>
            <a:noFill/>
          </a:ln>
        </p:spPr>
        <p:txBody>
          <a:bodyPr spcFirstLastPara="1" wrap="square" lIns="91425" tIns="45700" rIns="91425" bIns="45700" anchor="t" anchorCtr="0">
            <a:spAutoFit/>
          </a:bodyPr>
          <a:lstStyle/>
          <a:p>
            <a:pPr marL="457200" lvl="0" indent="-457200">
              <a:lnSpc>
                <a:spcPct val="110000"/>
              </a:lnSpc>
              <a:buClr>
                <a:schemeClr val="accent1"/>
              </a:buClr>
              <a:buSzPts val="2800"/>
              <a:buFont typeface="Noto Sans Symbols"/>
              <a:buChar char="▪"/>
            </a:pPr>
            <a:r>
              <a:rPr sz="2800" dirty="0" err="1">
                <a:solidFill>
                  <a:schemeClr val="dk1"/>
                </a:solidFill>
                <a:latin typeface="Calibri" panose="020F0502020204030204"/>
                <a:ea typeface="Calibri" panose="020F0502020204030204"/>
                <a:cs typeface="Calibri" panose="020F0502020204030204"/>
                <a:sym typeface="Calibri" panose="020F0502020204030204"/>
              </a:rPr>
              <a:t>Tính</a:t>
            </a:r>
            <a:r>
              <a:rPr sz="2800" dirty="0">
                <a:solidFill>
                  <a:schemeClr val="dk1"/>
                </a:solidFill>
                <a:latin typeface="Calibri" panose="020F0502020204030204"/>
                <a:ea typeface="Calibri" panose="020F0502020204030204"/>
                <a:cs typeface="Calibri" panose="020F0502020204030204"/>
                <a:sym typeface="Calibri" panose="020F0502020204030204"/>
              </a:rPr>
              <a:t> </a:t>
            </a:r>
            <a:r>
              <a:rPr sz="2800" dirty="0" err="1">
                <a:solidFill>
                  <a:schemeClr val="dk1"/>
                </a:solidFill>
                <a:latin typeface="Calibri" panose="020F0502020204030204"/>
                <a:ea typeface="Calibri" panose="020F0502020204030204"/>
                <a:cs typeface="Calibri" panose="020F0502020204030204"/>
                <a:sym typeface="Calibri" panose="020F0502020204030204"/>
              </a:rPr>
              <a:t>thẩm</a:t>
            </a:r>
            <a:r>
              <a:rPr sz="2800" dirty="0">
                <a:solidFill>
                  <a:schemeClr val="dk1"/>
                </a:solidFill>
                <a:latin typeface="Calibri" panose="020F0502020204030204"/>
                <a:ea typeface="Calibri" panose="020F0502020204030204"/>
                <a:cs typeface="Calibri" panose="020F0502020204030204"/>
                <a:sym typeface="Calibri" panose="020F0502020204030204"/>
              </a:rPr>
              <a:t> </a:t>
            </a:r>
            <a:r>
              <a:rPr sz="2800" dirty="0" err="1">
                <a:solidFill>
                  <a:schemeClr val="dk1"/>
                </a:solidFill>
                <a:latin typeface="Calibri" panose="020F0502020204030204"/>
                <a:ea typeface="Calibri" panose="020F0502020204030204"/>
                <a:cs typeface="Calibri" panose="020F0502020204030204"/>
                <a:sym typeface="Calibri" panose="020F0502020204030204"/>
              </a:rPr>
              <a:t>mỹ</a:t>
            </a:r>
            <a:r>
              <a:rPr sz="2800" dirty="0">
                <a:solidFill>
                  <a:schemeClr val="dk1"/>
                </a:solidFill>
                <a:latin typeface="Calibri" panose="020F0502020204030204"/>
                <a:ea typeface="Calibri" panose="020F0502020204030204"/>
                <a:cs typeface="Calibri" panose="020F0502020204030204"/>
                <a:sym typeface="Calibri" panose="020F0502020204030204"/>
              </a:rPr>
              <a:t> </a:t>
            </a:r>
            <a:r>
              <a:rPr sz="2800" dirty="0" err="1">
                <a:solidFill>
                  <a:schemeClr val="dk1"/>
                </a:solidFill>
                <a:latin typeface="Calibri" panose="020F0502020204030204"/>
                <a:ea typeface="Calibri" panose="020F0502020204030204"/>
                <a:cs typeface="Calibri" panose="020F0502020204030204"/>
                <a:sym typeface="Calibri" panose="020F0502020204030204"/>
              </a:rPr>
              <a:t>trong</a:t>
            </a:r>
            <a:r>
              <a:rPr sz="2800" dirty="0">
                <a:solidFill>
                  <a:schemeClr val="dk1"/>
                </a:solidFill>
                <a:latin typeface="Calibri" panose="020F0502020204030204"/>
                <a:ea typeface="Calibri" panose="020F0502020204030204"/>
                <a:cs typeface="Calibri" panose="020F0502020204030204"/>
                <a:sym typeface="Calibri" panose="020F0502020204030204"/>
              </a:rPr>
              <a:t> </a:t>
            </a:r>
            <a:r>
              <a:rPr sz="2800" dirty="0" err="1">
                <a:solidFill>
                  <a:schemeClr val="dk1"/>
                </a:solidFill>
                <a:latin typeface="Calibri" panose="020F0502020204030204"/>
                <a:ea typeface="Calibri" panose="020F0502020204030204"/>
                <a:cs typeface="Calibri" panose="020F0502020204030204"/>
                <a:sym typeface="Calibri" panose="020F0502020204030204"/>
              </a:rPr>
              <a:t>thiết</a:t>
            </a:r>
            <a:r>
              <a:rPr sz="2800" dirty="0">
                <a:solidFill>
                  <a:schemeClr val="dk1"/>
                </a:solidFill>
                <a:latin typeface="Calibri" panose="020F0502020204030204"/>
                <a:ea typeface="Calibri" panose="020F0502020204030204"/>
                <a:cs typeface="Calibri" panose="020F0502020204030204"/>
                <a:sym typeface="Calibri" panose="020F0502020204030204"/>
              </a:rPr>
              <a:t> </a:t>
            </a:r>
            <a:r>
              <a:rPr sz="2800" dirty="0" err="1">
                <a:solidFill>
                  <a:schemeClr val="dk1"/>
                </a:solidFill>
                <a:latin typeface="Calibri" panose="020F0502020204030204"/>
                <a:ea typeface="Calibri" panose="020F0502020204030204"/>
                <a:cs typeface="Calibri" panose="020F0502020204030204"/>
                <a:sym typeface="Calibri" panose="020F0502020204030204"/>
              </a:rPr>
              <a:t>kế</a:t>
            </a:r>
            <a:r>
              <a:rPr sz="2800" dirty="0">
                <a:solidFill>
                  <a:schemeClr val="dk1"/>
                </a:solidFill>
                <a:latin typeface="Calibri" panose="020F0502020204030204"/>
                <a:ea typeface="Calibri" panose="020F0502020204030204"/>
                <a:cs typeface="Calibri" panose="020F0502020204030204"/>
                <a:sym typeface="Calibri" panose="020F0502020204030204"/>
              </a:rPr>
              <a:t> website </a:t>
            </a:r>
            <a:r>
              <a:rPr sz="2800" dirty="0" err="1">
                <a:solidFill>
                  <a:schemeClr val="dk1"/>
                </a:solidFill>
                <a:latin typeface="Calibri" panose="020F0502020204030204"/>
                <a:ea typeface="Calibri" panose="020F0502020204030204"/>
                <a:cs typeface="Calibri" panose="020F0502020204030204"/>
                <a:sym typeface="Calibri" panose="020F0502020204030204"/>
              </a:rPr>
              <a:t>đóng</a:t>
            </a:r>
            <a:r>
              <a:rPr sz="2800" dirty="0">
                <a:solidFill>
                  <a:schemeClr val="dk1"/>
                </a:solidFill>
                <a:latin typeface="Calibri" panose="020F0502020204030204"/>
                <a:ea typeface="Calibri" panose="020F0502020204030204"/>
                <a:cs typeface="Calibri" panose="020F0502020204030204"/>
                <a:sym typeface="Calibri" panose="020F0502020204030204"/>
              </a:rPr>
              <a:t> </a:t>
            </a:r>
            <a:r>
              <a:rPr sz="2800" dirty="0" err="1">
                <a:solidFill>
                  <a:schemeClr val="dk1"/>
                </a:solidFill>
                <a:latin typeface="Calibri" panose="020F0502020204030204"/>
                <a:ea typeface="Calibri" panose="020F0502020204030204"/>
                <a:cs typeface="Calibri" panose="020F0502020204030204"/>
                <a:sym typeface="Calibri" panose="020F0502020204030204"/>
              </a:rPr>
              <a:t>vai</a:t>
            </a:r>
            <a:r>
              <a:rPr sz="2800" dirty="0">
                <a:solidFill>
                  <a:schemeClr val="dk1"/>
                </a:solidFill>
                <a:latin typeface="Calibri" panose="020F0502020204030204"/>
                <a:ea typeface="Calibri" panose="020F0502020204030204"/>
                <a:cs typeface="Calibri" panose="020F0502020204030204"/>
                <a:sym typeface="Calibri" panose="020F0502020204030204"/>
              </a:rPr>
              <a:t> </a:t>
            </a:r>
            <a:r>
              <a:rPr sz="2800" dirty="0" err="1">
                <a:solidFill>
                  <a:schemeClr val="dk1"/>
                </a:solidFill>
                <a:latin typeface="Calibri" panose="020F0502020204030204"/>
                <a:ea typeface="Calibri" panose="020F0502020204030204"/>
                <a:cs typeface="Calibri" panose="020F0502020204030204"/>
                <a:sym typeface="Calibri" panose="020F0502020204030204"/>
              </a:rPr>
              <a:t>trò</a:t>
            </a:r>
            <a:r>
              <a:rPr sz="2800" dirty="0">
                <a:solidFill>
                  <a:schemeClr val="dk1"/>
                </a:solidFill>
                <a:latin typeface="Calibri" panose="020F0502020204030204"/>
                <a:ea typeface="Calibri" panose="020F0502020204030204"/>
                <a:cs typeface="Calibri" panose="020F0502020204030204"/>
                <a:sym typeface="Calibri" panose="020F0502020204030204"/>
              </a:rPr>
              <a:t> </a:t>
            </a:r>
            <a:r>
              <a:rPr sz="2800" dirty="0" err="1">
                <a:solidFill>
                  <a:schemeClr val="dk1"/>
                </a:solidFill>
                <a:latin typeface="Calibri" panose="020F0502020204030204"/>
                <a:ea typeface="Calibri" panose="020F0502020204030204"/>
                <a:cs typeface="Calibri" panose="020F0502020204030204"/>
                <a:sym typeface="Calibri" panose="020F0502020204030204"/>
              </a:rPr>
              <a:t>rất</a:t>
            </a:r>
            <a:r>
              <a:rPr sz="2800" dirty="0">
                <a:solidFill>
                  <a:schemeClr val="dk1"/>
                </a:solidFill>
                <a:latin typeface="Calibri" panose="020F0502020204030204"/>
                <a:ea typeface="Calibri" panose="020F0502020204030204"/>
                <a:cs typeface="Calibri" panose="020F0502020204030204"/>
                <a:sym typeface="Calibri" panose="020F0502020204030204"/>
              </a:rPr>
              <a:t> </a:t>
            </a:r>
            <a:r>
              <a:rPr sz="2800" dirty="0" err="1">
                <a:solidFill>
                  <a:schemeClr val="dk1"/>
                </a:solidFill>
                <a:latin typeface="Calibri" panose="020F0502020204030204"/>
                <a:ea typeface="Calibri" panose="020F0502020204030204"/>
                <a:cs typeface="Calibri" panose="020F0502020204030204"/>
                <a:sym typeface="Calibri" panose="020F0502020204030204"/>
              </a:rPr>
              <a:t>quan</a:t>
            </a:r>
            <a:r>
              <a:rPr sz="2800" dirty="0">
                <a:solidFill>
                  <a:schemeClr val="dk1"/>
                </a:solidFill>
                <a:latin typeface="Calibri" panose="020F0502020204030204"/>
                <a:ea typeface="Calibri" panose="020F0502020204030204"/>
                <a:cs typeface="Calibri" panose="020F0502020204030204"/>
                <a:sym typeface="Calibri" panose="020F0502020204030204"/>
              </a:rPr>
              <a:t> </a:t>
            </a:r>
            <a:r>
              <a:rPr sz="2800" dirty="0" err="1">
                <a:solidFill>
                  <a:schemeClr val="dk1"/>
                </a:solidFill>
                <a:latin typeface="Calibri" panose="020F0502020204030204"/>
                <a:ea typeface="Calibri" panose="020F0502020204030204"/>
                <a:cs typeface="Calibri" panose="020F0502020204030204"/>
                <a:sym typeface="Calibri" panose="020F0502020204030204"/>
              </a:rPr>
              <a:t>trọng</a:t>
            </a:r>
            <a:r>
              <a:rPr sz="2800" dirty="0">
                <a:solidFill>
                  <a:schemeClr val="dk1"/>
                </a:solidFill>
                <a:latin typeface="Calibri" panose="020F0502020204030204"/>
                <a:ea typeface="Calibri" panose="020F0502020204030204"/>
                <a:cs typeface="Calibri" panose="020F0502020204030204"/>
                <a:sym typeface="Calibri" panose="020F0502020204030204"/>
              </a:rPr>
              <a:t> </a:t>
            </a:r>
            <a:r>
              <a:rPr sz="2800" dirty="0" err="1">
                <a:solidFill>
                  <a:schemeClr val="dk1"/>
                </a:solidFill>
                <a:latin typeface="Calibri" panose="020F0502020204030204"/>
                <a:ea typeface="Calibri" panose="020F0502020204030204"/>
                <a:cs typeface="Calibri" panose="020F0502020204030204"/>
                <a:sym typeface="Calibri" panose="020F0502020204030204"/>
              </a:rPr>
              <a:t>để</a:t>
            </a:r>
            <a:r>
              <a:rPr sz="2800" dirty="0">
                <a:solidFill>
                  <a:schemeClr val="dk1"/>
                </a:solidFill>
                <a:latin typeface="Calibri" panose="020F0502020204030204"/>
                <a:ea typeface="Calibri" panose="020F0502020204030204"/>
                <a:cs typeface="Calibri" panose="020F0502020204030204"/>
                <a:sym typeface="Calibri" panose="020F0502020204030204"/>
              </a:rPr>
              <a:t> </a:t>
            </a:r>
            <a:r>
              <a:rPr sz="2800" dirty="0" err="1">
                <a:solidFill>
                  <a:schemeClr val="dk1"/>
                </a:solidFill>
                <a:latin typeface="Calibri" panose="020F0502020204030204"/>
                <a:ea typeface="Calibri" panose="020F0502020204030204"/>
                <a:cs typeface="Calibri" panose="020F0502020204030204"/>
                <a:sym typeface="Calibri" panose="020F0502020204030204"/>
              </a:rPr>
              <a:t>tạo</a:t>
            </a:r>
            <a:r>
              <a:rPr sz="2800" dirty="0">
                <a:solidFill>
                  <a:schemeClr val="dk1"/>
                </a:solidFill>
                <a:latin typeface="Calibri" panose="020F0502020204030204"/>
                <a:ea typeface="Calibri" panose="020F0502020204030204"/>
                <a:cs typeface="Calibri" panose="020F0502020204030204"/>
                <a:sym typeface="Calibri" panose="020F0502020204030204"/>
              </a:rPr>
              <a:t> </a:t>
            </a:r>
            <a:r>
              <a:rPr sz="2800" dirty="0" err="1">
                <a:solidFill>
                  <a:schemeClr val="dk1"/>
                </a:solidFill>
                <a:latin typeface="Calibri" panose="020F0502020204030204"/>
                <a:ea typeface="Calibri" panose="020F0502020204030204"/>
                <a:cs typeface="Calibri" panose="020F0502020204030204"/>
                <a:sym typeface="Calibri" panose="020F0502020204030204"/>
              </a:rPr>
              <a:t>ra</a:t>
            </a:r>
            <a:r>
              <a:rPr sz="2800" dirty="0">
                <a:solidFill>
                  <a:schemeClr val="dk1"/>
                </a:solidFill>
                <a:latin typeface="Calibri" panose="020F0502020204030204"/>
                <a:ea typeface="Calibri" panose="020F0502020204030204"/>
                <a:cs typeface="Calibri" panose="020F0502020204030204"/>
                <a:sym typeface="Calibri" panose="020F0502020204030204"/>
              </a:rPr>
              <a:t> </a:t>
            </a:r>
            <a:r>
              <a:rPr sz="2800" dirty="0" err="1">
                <a:solidFill>
                  <a:schemeClr val="dk1"/>
                </a:solidFill>
                <a:latin typeface="Calibri" panose="020F0502020204030204"/>
                <a:ea typeface="Calibri" panose="020F0502020204030204"/>
                <a:cs typeface="Calibri" panose="020F0502020204030204"/>
                <a:sym typeface="Calibri" panose="020F0502020204030204"/>
              </a:rPr>
              <a:t>một</a:t>
            </a:r>
            <a:r>
              <a:rPr sz="2800" dirty="0">
                <a:solidFill>
                  <a:schemeClr val="dk1"/>
                </a:solidFill>
                <a:latin typeface="Calibri" panose="020F0502020204030204"/>
                <a:ea typeface="Calibri" panose="020F0502020204030204"/>
                <a:cs typeface="Calibri" panose="020F0502020204030204"/>
                <a:sym typeface="Calibri" panose="020F0502020204030204"/>
              </a:rPr>
              <a:t> </a:t>
            </a:r>
            <a:r>
              <a:rPr sz="2800" dirty="0" err="1">
                <a:solidFill>
                  <a:schemeClr val="dk1"/>
                </a:solidFill>
                <a:latin typeface="Calibri" panose="020F0502020204030204"/>
                <a:ea typeface="Calibri" panose="020F0502020204030204"/>
                <a:cs typeface="Calibri" panose="020F0502020204030204"/>
                <a:sym typeface="Calibri" panose="020F0502020204030204"/>
              </a:rPr>
              <a:t>giao</a:t>
            </a:r>
            <a:r>
              <a:rPr sz="2800" dirty="0">
                <a:solidFill>
                  <a:schemeClr val="dk1"/>
                </a:solidFill>
                <a:latin typeface="Calibri" panose="020F0502020204030204"/>
                <a:ea typeface="Calibri" panose="020F0502020204030204"/>
                <a:cs typeface="Calibri" panose="020F0502020204030204"/>
                <a:sym typeface="Calibri" panose="020F0502020204030204"/>
              </a:rPr>
              <a:t> </a:t>
            </a:r>
            <a:r>
              <a:rPr sz="2800" dirty="0" err="1">
                <a:solidFill>
                  <a:schemeClr val="dk1"/>
                </a:solidFill>
                <a:latin typeface="Calibri" panose="020F0502020204030204"/>
                <a:ea typeface="Calibri" panose="020F0502020204030204"/>
                <a:cs typeface="Calibri" panose="020F0502020204030204"/>
                <a:sym typeface="Calibri" panose="020F0502020204030204"/>
              </a:rPr>
              <a:t>diện</a:t>
            </a:r>
            <a:r>
              <a:rPr sz="2800" dirty="0">
                <a:solidFill>
                  <a:schemeClr val="dk1"/>
                </a:solidFill>
                <a:latin typeface="Calibri" panose="020F0502020204030204"/>
                <a:ea typeface="Calibri" panose="020F0502020204030204"/>
                <a:cs typeface="Calibri" panose="020F0502020204030204"/>
                <a:sym typeface="Calibri" panose="020F0502020204030204"/>
              </a:rPr>
              <a:t> website </a:t>
            </a:r>
            <a:r>
              <a:rPr sz="2800" dirty="0" err="1">
                <a:solidFill>
                  <a:schemeClr val="dk1"/>
                </a:solidFill>
                <a:latin typeface="Calibri" panose="020F0502020204030204"/>
                <a:ea typeface="Calibri" panose="020F0502020204030204"/>
                <a:cs typeface="Calibri" panose="020F0502020204030204"/>
                <a:sym typeface="Calibri" panose="020F0502020204030204"/>
              </a:rPr>
              <a:t>hấp</a:t>
            </a:r>
            <a:r>
              <a:rPr sz="2800" dirty="0">
                <a:solidFill>
                  <a:schemeClr val="dk1"/>
                </a:solidFill>
                <a:latin typeface="Calibri" panose="020F0502020204030204"/>
                <a:ea typeface="Calibri" panose="020F0502020204030204"/>
                <a:cs typeface="Calibri" panose="020F0502020204030204"/>
                <a:sym typeface="Calibri" panose="020F0502020204030204"/>
              </a:rPr>
              <a:t> </a:t>
            </a:r>
            <a:r>
              <a:rPr sz="2800" dirty="0" err="1">
                <a:solidFill>
                  <a:schemeClr val="dk1"/>
                </a:solidFill>
                <a:latin typeface="Calibri" panose="020F0502020204030204"/>
                <a:ea typeface="Calibri" panose="020F0502020204030204"/>
                <a:cs typeface="Calibri" panose="020F0502020204030204"/>
                <a:sym typeface="Calibri" panose="020F0502020204030204"/>
              </a:rPr>
              <a:t>dẫn</a:t>
            </a:r>
            <a:r>
              <a:rPr sz="2800" dirty="0">
                <a:solidFill>
                  <a:schemeClr val="dk1"/>
                </a:solidFill>
                <a:latin typeface="Calibri" panose="020F0502020204030204"/>
                <a:ea typeface="Calibri" panose="020F0502020204030204"/>
                <a:cs typeface="Calibri" panose="020F0502020204030204"/>
                <a:sym typeface="Calibri" panose="020F0502020204030204"/>
              </a:rPr>
              <a:t> </a:t>
            </a:r>
            <a:r>
              <a:rPr sz="2800" dirty="0" err="1">
                <a:solidFill>
                  <a:schemeClr val="dk1"/>
                </a:solidFill>
                <a:latin typeface="Calibri" panose="020F0502020204030204"/>
                <a:ea typeface="Calibri" panose="020F0502020204030204"/>
                <a:cs typeface="Calibri" panose="020F0502020204030204"/>
                <a:sym typeface="Calibri" panose="020F0502020204030204"/>
              </a:rPr>
              <a:t>và</a:t>
            </a:r>
            <a:r>
              <a:rPr sz="2800" dirty="0">
                <a:solidFill>
                  <a:schemeClr val="dk1"/>
                </a:solidFill>
                <a:latin typeface="Calibri" panose="020F0502020204030204"/>
                <a:ea typeface="Calibri" panose="020F0502020204030204"/>
                <a:cs typeface="Calibri" panose="020F0502020204030204"/>
                <a:sym typeface="Calibri" panose="020F0502020204030204"/>
              </a:rPr>
              <a:t> </a:t>
            </a:r>
            <a:r>
              <a:rPr sz="2800" dirty="0" err="1">
                <a:solidFill>
                  <a:schemeClr val="dk1"/>
                </a:solidFill>
                <a:latin typeface="Calibri" panose="020F0502020204030204"/>
                <a:ea typeface="Calibri" panose="020F0502020204030204"/>
                <a:cs typeface="Calibri" panose="020F0502020204030204"/>
                <a:sym typeface="Calibri" panose="020F0502020204030204"/>
              </a:rPr>
              <a:t>thu</a:t>
            </a:r>
            <a:r>
              <a:rPr sz="2800" dirty="0">
                <a:solidFill>
                  <a:schemeClr val="dk1"/>
                </a:solidFill>
                <a:latin typeface="Calibri" panose="020F0502020204030204"/>
                <a:ea typeface="Calibri" panose="020F0502020204030204"/>
                <a:cs typeface="Calibri" panose="020F0502020204030204"/>
                <a:sym typeface="Calibri" panose="020F0502020204030204"/>
              </a:rPr>
              <a:t> </a:t>
            </a:r>
            <a:r>
              <a:rPr sz="2800" dirty="0" err="1">
                <a:solidFill>
                  <a:schemeClr val="dk1"/>
                </a:solidFill>
                <a:latin typeface="Calibri" panose="020F0502020204030204"/>
                <a:ea typeface="Calibri" panose="020F0502020204030204"/>
                <a:cs typeface="Calibri" panose="020F0502020204030204"/>
                <a:sym typeface="Calibri" panose="020F0502020204030204"/>
              </a:rPr>
              <a:t>hút</a:t>
            </a:r>
            <a:r>
              <a:rPr sz="2800" dirty="0">
                <a:solidFill>
                  <a:schemeClr val="dk1"/>
                </a:solidFill>
                <a:latin typeface="Calibri" panose="020F0502020204030204"/>
                <a:ea typeface="Calibri" panose="020F0502020204030204"/>
                <a:cs typeface="Calibri" panose="020F0502020204030204"/>
                <a:sym typeface="Calibri" panose="020F0502020204030204"/>
              </a:rPr>
              <a:t> </a:t>
            </a:r>
            <a:r>
              <a:rPr sz="2800" dirty="0" err="1">
                <a:solidFill>
                  <a:schemeClr val="dk1"/>
                </a:solidFill>
                <a:latin typeface="Calibri" panose="020F0502020204030204"/>
                <a:ea typeface="Calibri" panose="020F0502020204030204"/>
                <a:cs typeface="Calibri" panose="020F0502020204030204"/>
                <a:sym typeface="Calibri" panose="020F0502020204030204"/>
              </a:rPr>
              <a:t>mọi</a:t>
            </a:r>
            <a:r>
              <a:rPr sz="2800" dirty="0">
                <a:solidFill>
                  <a:schemeClr val="dk1"/>
                </a:solidFill>
                <a:latin typeface="Calibri" panose="020F0502020204030204"/>
                <a:ea typeface="Calibri" panose="020F0502020204030204"/>
                <a:cs typeface="Calibri" panose="020F0502020204030204"/>
                <a:sym typeface="Calibri" panose="020F0502020204030204"/>
              </a:rPr>
              <a:t> </a:t>
            </a:r>
            <a:r>
              <a:rPr sz="2800" dirty="0" err="1">
                <a:solidFill>
                  <a:schemeClr val="dk1"/>
                </a:solidFill>
                <a:latin typeface="Calibri" panose="020F0502020204030204"/>
                <a:ea typeface="Calibri" panose="020F0502020204030204"/>
                <a:cs typeface="Calibri" panose="020F0502020204030204"/>
                <a:sym typeface="Calibri" panose="020F0502020204030204"/>
              </a:rPr>
              <a:t>người</a:t>
            </a:r>
            <a:r>
              <a:rPr sz="2800" dirty="0">
                <a:solidFill>
                  <a:schemeClr val="dk1"/>
                </a:solidFill>
                <a:latin typeface="Calibri" panose="020F0502020204030204"/>
                <a:ea typeface="Calibri" panose="020F0502020204030204"/>
                <a:cs typeface="Calibri" panose="020F0502020204030204"/>
                <a:sym typeface="Calibri" panose="020F0502020204030204"/>
              </a:rPr>
              <a:t> </a:t>
            </a:r>
            <a:r>
              <a:rPr sz="2800" dirty="0" err="1">
                <a:solidFill>
                  <a:schemeClr val="dk1"/>
                </a:solidFill>
                <a:latin typeface="Calibri" panose="020F0502020204030204"/>
                <a:ea typeface="Calibri" panose="020F0502020204030204"/>
                <a:cs typeface="Calibri" panose="020F0502020204030204"/>
                <a:sym typeface="Calibri" panose="020F0502020204030204"/>
              </a:rPr>
              <a:t>sử</a:t>
            </a:r>
            <a:r>
              <a:rPr sz="2800" dirty="0">
                <a:solidFill>
                  <a:schemeClr val="dk1"/>
                </a:solidFill>
                <a:latin typeface="Calibri" panose="020F0502020204030204"/>
                <a:ea typeface="Calibri" panose="020F0502020204030204"/>
                <a:cs typeface="Calibri" panose="020F0502020204030204"/>
                <a:sym typeface="Calibri" panose="020F0502020204030204"/>
              </a:rPr>
              <a:t> </a:t>
            </a:r>
            <a:r>
              <a:rPr sz="2800" dirty="0" err="1">
                <a:solidFill>
                  <a:schemeClr val="dk1"/>
                </a:solidFill>
                <a:latin typeface="Calibri" panose="020F0502020204030204"/>
                <a:ea typeface="Calibri" panose="020F0502020204030204"/>
                <a:cs typeface="Calibri" panose="020F0502020204030204"/>
                <a:sym typeface="Calibri" panose="020F0502020204030204"/>
              </a:rPr>
              <a:t>dụng</a:t>
            </a:r>
            <a:r>
              <a:rPr sz="2800" dirty="0">
                <a:solidFill>
                  <a:schemeClr val="dk1"/>
                </a:solidFill>
                <a:latin typeface="Calibri" panose="020F0502020204030204"/>
                <a:ea typeface="Calibri" panose="020F0502020204030204"/>
                <a:cs typeface="Calibri" panose="020F0502020204030204"/>
                <a:sym typeface="Calibri" panose="020F0502020204030204"/>
              </a:rPr>
              <a:t>. </a:t>
            </a:r>
          </a:p>
          <a:p>
            <a:pPr marL="457200" lvl="0" indent="-457200">
              <a:lnSpc>
                <a:spcPct val="110000"/>
              </a:lnSpc>
              <a:buClr>
                <a:schemeClr val="accent1"/>
              </a:buClr>
              <a:buSzPts val="2800"/>
              <a:buFont typeface="Noto Sans Symbols"/>
              <a:buChar char="▪"/>
            </a:pPr>
            <a:r>
              <a:rPr sz="2800" dirty="0" err="1">
                <a:solidFill>
                  <a:schemeClr val="dk1"/>
                </a:solidFill>
                <a:latin typeface="Calibri" panose="020F0502020204030204"/>
                <a:ea typeface="Calibri" panose="020F0502020204030204"/>
                <a:cs typeface="Calibri" panose="020F0502020204030204"/>
                <a:sym typeface="Calibri" panose="020F0502020204030204"/>
              </a:rPr>
              <a:t>Tính</a:t>
            </a:r>
            <a:r>
              <a:rPr sz="2800" dirty="0">
                <a:solidFill>
                  <a:schemeClr val="dk1"/>
                </a:solidFill>
                <a:latin typeface="Calibri" panose="020F0502020204030204"/>
                <a:ea typeface="Calibri" panose="020F0502020204030204"/>
                <a:cs typeface="Calibri" panose="020F0502020204030204"/>
                <a:sym typeface="Calibri" panose="020F0502020204030204"/>
              </a:rPr>
              <a:t> </a:t>
            </a:r>
            <a:r>
              <a:rPr sz="2800" dirty="0" err="1">
                <a:solidFill>
                  <a:schemeClr val="dk1"/>
                </a:solidFill>
                <a:latin typeface="Calibri" panose="020F0502020204030204"/>
                <a:ea typeface="Calibri" panose="020F0502020204030204"/>
                <a:cs typeface="Calibri" panose="020F0502020204030204"/>
                <a:sym typeface="Calibri" panose="020F0502020204030204"/>
              </a:rPr>
              <a:t>thẩm</a:t>
            </a:r>
            <a:r>
              <a:rPr sz="2800" dirty="0">
                <a:solidFill>
                  <a:schemeClr val="dk1"/>
                </a:solidFill>
                <a:latin typeface="Calibri" panose="020F0502020204030204"/>
                <a:ea typeface="Calibri" panose="020F0502020204030204"/>
                <a:cs typeface="Calibri" panose="020F0502020204030204"/>
                <a:sym typeface="Calibri" panose="020F0502020204030204"/>
              </a:rPr>
              <a:t> </a:t>
            </a:r>
            <a:r>
              <a:rPr sz="2800" dirty="0" err="1">
                <a:solidFill>
                  <a:schemeClr val="dk1"/>
                </a:solidFill>
                <a:latin typeface="Calibri" panose="020F0502020204030204"/>
                <a:ea typeface="Calibri" panose="020F0502020204030204"/>
                <a:cs typeface="Calibri" panose="020F0502020204030204"/>
                <a:sym typeface="Calibri" panose="020F0502020204030204"/>
              </a:rPr>
              <a:t>mỹ</a:t>
            </a:r>
            <a:r>
              <a:rPr sz="2800" dirty="0">
                <a:solidFill>
                  <a:schemeClr val="dk1"/>
                </a:solidFill>
                <a:latin typeface="Calibri" panose="020F0502020204030204"/>
                <a:ea typeface="Calibri" panose="020F0502020204030204"/>
                <a:cs typeface="Calibri" panose="020F0502020204030204"/>
                <a:sym typeface="Calibri" panose="020F0502020204030204"/>
              </a:rPr>
              <a:t> </a:t>
            </a:r>
            <a:r>
              <a:rPr sz="2800" dirty="0" err="1">
                <a:solidFill>
                  <a:schemeClr val="dk1"/>
                </a:solidFill>
                <a:latin typeface="Calibri" panose="020F0502020204030204"/>
                <a:ea typeface="Calibri" panose="020F0502020204030204"/>
                <a:cs typeface="Calibri" panose="020F0502020204030204"/>
                <a:sym typeface="Calibri" panose="020F0502020204030204"/>
              </a:rPr>
              <a:t>trong</a:t>
            </a:r>
            <a:r>
              <a:rPr sz="2800" dirty="0">
                <a:solidFill>
                  <a:schemeClr val="dk1"/>
                </a:solidFill>
                <a:latin typeface="Calibri" panose="020F0502020204030204"/>
                <a:ea typeface="Calibri" panose="020F0502020204030204"/>
                <a:cs typeface="Calibri" panose="020F0502020204030204"/>
                <a:sym typeface="Calibri" panose="020F0502020204030204"/>
              </a:rPr>
              <a:t> </a:t>
            </a:r>
            <a:r>
              <a:rPr sz="2800" dirty="0" err="1">
                <a:solidFill>
                  <a:schemeClr val="dk1"/>
                </a:solidFill>
                <a:latin typeface="Calibri" panose="020F0502020204030204"/>
                <a:ea typeface="Calibri" panose="020F0502020204030204"/>
                <a:cs typeface="Calibri" panose="020F0502020204030204"/>
                <a:sym typeface="Calibri" panose="020F0502020204030204"/>
              </a:rPr>
              <a:t>thiết</a:t>
            </a:r>
            <a:r>
              <a:rPr sz="2800" dirty="0">
                <a:solidFill>
                  <a:schemeClr val="dk1"/>
                </a:solidFill>
                <a:latin typeface="Calibri" panose="020F0502020204030204"/>
                <a:ea typeface="Calibri" panose="020F0502020204030204"/>
                <a:cs typeface="Calibri" panose="020F0502020204030204"/>
                <a:sym typeface="Calibri" panose="020F0502020204030204"/>
              </a:rPr>
              <a:t> </a:t>
            </a:r>
            <a:r>
              <a:rPr sz="2800" dirty="0" err="1">
                <a:solidFill>
                  <a:schemeClr val="dk1"/>
                </a:solidFill>
                <a:latin typeface="Calibri" panose="020F0502020204030204"/>
                <a:ea typeface="Calibri" panose="020F0502020204030204"/>
                <a:cs typeface="Calibri" panose="020F0502020204030204"/>
                <a:sym typeface="Calibri" panose="020F0502020204030204"/>
              </a:rPr>
              <a:t>kế</a:t>
            </a:r>
            <a:r>
              <a:rPr sz="2800" dirty="0">
                <a:solidFill>
                  <a:schemeClr val="dk1"/>
                </a:solidFill>
                <a:latin typeface="Calibri" panose="020F0502020204030204"/>
                <a:ea typeface="Calibri" panose="020F0502020204030204"/>
                <a:cs typeface="Calibri" panose="020F0502020204030204"/>
                <a:sym typeface="Calibri" panose="020F0502020204030204"/>
              </a:rPr>
              <a:t> website </a:t>
            </a:r>
            <a:r>
              <a:rPr sz="2800" dirty="0" err="1">
                <a:solidFill>
                  <a:schemeClr val="dk1"/>
                </a:solidFill>
                <a:latin typeface="Calibri" panose="020F0502020204030204"/>
                <a:ea typeface="Calibri" panose="020F0502020204030204"/>
                <a:cs typeface="Calibri" panose="020F0502020204030204"/>
                <a:sym typeface="Calibri" panose="020F0502020204030204"/>
              </a:rPr>
              <a:t>bao</a:t>
            </a:r>
            <a:r>
              <a:rPr sz="2800" dirty="0">
                <a:solidFill>
                  <a:schemeClr val="dk1"/>
                </a:solidFill>
                <a:latin typeface="Calibri" panose="020F0502020204030204"/>
                <a:ea typeface="Calibri" panose="020F0502020204030204"/>
                <a:cs typeface="Calibri" panose="020F0502020204030204"/>
                <a:sym typeface="Calibri" panose="020F0502020204030204"/>
              </a:rPr>
              <a:t> </a:t>
            </a:r>
            <a:r>
              <a:rPr sz="2800" dirty="0" err="1">
                <a:solidFill>
                  <a:schemeClr val="dk1"/>
                </a:solidFill>
                <a:latin typeface="Calibri" panose="020F0502020204030204"/>
                <a:ea typeface="Calibri" panose="020F0502020204030204"/>
                <a:cs typeface="Calibri" panose="020F0502020204030204"/>
                <a:sym typeface="Calibri" panose="020F0502020204030204"/>
              </a:rPr>
              <a:t>gồm</a:t>
            </a:r>
            <a:r>
              <a:rPr sz="2800" dirty="0">
                <a:solidFill>
                  <a:schemeClr val="dk1"/>
                </a:solidFill>
                <a:latin typeface="Calibri" panose="020F0502020204030204"/>
                <a:ea typeface="Calibri" panose="020F0502020204030204"/>
                <a:cs typeface="Calibri" panose="020F0502020204030204"/>
                <a:sym typeface="Calibri" panose="020F0502020204030204"/>
              </a:rPr>
              <a:t> </a:t>
            </a:r>
            <a:r>
              <a:rPr sz="2800" dirty="0" err="1">
                <a:solidFill>
                  <a:schemeClr val="dk1"/>
                </a:solidFill>
                <a:latin typeface="Calibri" panose="020F0502020204030204"/>
                <a:ea typeface="Calibri" panose="020F0502020204030204"/>
                <a:cs typeface="Calibri" panose="020F0502020204030204"/>
                <a:sym typeface="Calibri" panose="020F0502020204030204"/>
              </a:rPr>
              <a:t>các</a:t>
            </a:r>
            <a:r>
              <a:rPr sz="2800" dirty="0">
                <a:solidFill>
                  <a:schemeClr val="dk1"/>
                </a:solidFill>
                <a:latin typeface="Calibri" panose="020F0502020204030204"/>
                <a:ea typeface="Calibri" panose="020F0502020204030204"/>
                <a:cs typeface="Calibri" panose="020F0502020204030204"/>
                <a:sym typeface="Calibri" panose="020F0502020204030204"/>
              </a:rPr>
              <a:t> </a:t>
            </a:r>
            <a:r>
              <a:rPr sz="2800" dirty="0" err="1">
                <a:solidFill>
                  <a:schemeClr val="dk1"/>
                </a:solidFill>
                <a:latin typeface="Calibri" panose="020F0502020204030204"/>
                <a:ea typeface="Calibri" panose="020F0502020204030204"/>
                <a:cs typeface="Calibri" panose="020F0502020204030204"/>
                <a:sym typeface="Calibri" panose="020F0502020204030204"/>
              </a:rPr>
              <a:t>yếu</a:t>
            </a:r>
            <a:r>
              <a:rPr sz="2800" dirty="0">
                <a:solidFill>
                  <a:schemeClr val="dk1"/>
                </a:solidFill>
                <a:latin typeface="Calibri" panose="020F0502020204030204"/>
                <a:ea typeface="Calibri" panose="020F0502020204030204"/>
                <a:cs typeface="Calibri" panose="020F0502020204030204"/>
                <a:sym typeface="Calibri" panose="020F0502020204030204"/>
              </a:rPr>
              <a:t> </a:t>
            </a:r>
            <a:r>
              <a:rPr sz="2800" dirty="0" err="1">
                <a:solidFill>
                  <a:schemeClr val="dk1"/>
                </a:solidFill>
                <a:latin typeface="Calibri" panose="020F0502020204030204"/>
                <a:ea typeface="Calibri" panose="020F0502020204030204"/>
                <a:cs typeface="Calibri" panose="020F0502020204030204"/>
                <a:sym typeface="Calibri" panose="020F0502020204030204"/>
              </a:rPr>
              <a:t>tố</a:t>
            </a:r>
            <a:r>
              <a:rPr sz="2800" dirty="0">
                <a:solidFill>
                  <a:schemeClr val="dk1"/>
                </a:solidFill>
                <a:latin typeface="Calibri" panose="020F0502020204030204"/>
                <a:ea typeface="Calibri" panose="020F0502020204030204"/>
                <a:cs typeface="Calibri" panose="020F0502020204030204"/>
                <a:sym typeface="Calibri" panose="020F0502020204030204"/>
              </a:rPr>
              <a:t> </a:t>
            </a:r>
            <a:r>
              <a:rPr sz="2800" dirty="0" err="1">
                <a:solidFill>
                  <a:schemeClr val="dk1"/>
                </a:solidFill>
                <a:latin typeface="Calibri" panose="020F0502020204030204"/>
                <a:ea typeface="Calibri" panose="020F0502020204030204"/>
                <a:cs typeface="Calibri" panose="020F0502020204030204"/>
                <a:sym typeface="Calibri" panose="020F0502020204030204"/>
              </a:rPr>
              <a:t>sau</a:t>
            </a:r>
            <a:r>
              <a:rPr sz="2800" dirty="0">
                <a:solidFill>
                  <a:schemeClr val="dk1"/>
                </a:solidFill>
                <a:latin typeface="Calibri" panose="020F0502020204030204"/>
                <a:ea typeface="Calibri" panose="020F0502020204030204"/>
                <a:cs typeface="Calibri" panose="020F0502020204030204"/>
                <a:sym typeface="Calibri" panose="020F0502020204030204"/>
              </a:rPr>
              <a:t>:</a:t>
            </a:r>
          </a:p>
          <a:p>
            <a:pPr marL="914400" lvl="1" indent="-457200">
              <a:lnSpc>
                <a:spcPct val="110000"/>
              </a:lnSpc>
              <a:buClr>
                <a:schemeClr val="accent1"/>
              </a:buClr>
              <a:buSzPts val="2800"/>
              <a:buFont typeface="Arial" panose="020B0604020202020204" pitchFamily="34" charset="0"/>
              <a:buChar char="•"/>
            </a:pPr>
            <a:r>
              <a:rPr sz="2800" dirty="0" err="1">
                <a:solidFill>
                  <a:schemeClr val="dk1"/>
                </a:solidFill>
                <a:latin typeface="Calibri" panose="020F0502020204030204"/>
                <a:ea typeface="Calibri" panose="020F0502020204030204"/>
                <a:cs typeface="Calibri" panose="020F0502020204030204"/>
                <a:sym typeface="Calibri" panose="020F0502020204030204"/>
              </a:rPr>
              <a:t>Màu</a:t>
            </a:r>
            <a:r>
              <a:rPr sz="2800" dirty="0">
                <a:solidFill>
                  <a:schemeClr val="dk1"/>
                </a:solidFill>
                <a:latin typeface="Calibri" panose="020F0502020204030204"/>
                <a:ea typeface="Calibri" panose="020F0502020204030204"/>
                <a:cs typeface="Calibri" panose="020F0502020204030204"/>
                <a:sym typeface="Calibri" panose="020F0502020204030204"/>
              </a:rPr>
              <a:t> </a:t>
            </a:r>
            <a:r>
              <a:rPr sz="2800" dirty="0" err="1">
                <a:solidFill>
                  <a:schemeClr val="dk1"/>
                </a:solidFill>
                <a:latin typeface="Calibri" panose="020F0502020204030204"/>
                <a:ea typeface="Calibri" panose="020F0502020204030204"/>
                <a:cs typeface="Calibri" panose="020F0502020204030204"/>
                <a:sym typeface="Calibri" panose="020F0502020204030204"/>
              </a:rPr>
              <a:t>sắc</a:t>
            </a:r>
            <a:endParaRPr sz="2800" dirty="0">
              <a:solidFill>
                <a:schemeClr val="dk1"/>
              </a:solidFill>
              <a:latin typeface="Calibri" panose="020F0502020204030204"/>
              <a:ea typeface="Calibri" panose="020F0502020204030204"/>
              <a:cs typeface="Calibri" panose="020F0502020204030204"/>
              <a:sym typeface="Calibri" panose="020F0502020204030204"/>
            </a:endParaRPr>
          </a:p>
          <a:p>
            <a:pPr marL="914400" lvl="1" indent="-457200">
              <a:lnSpc>
                <a:spcPct val="110000"/>
              </a:lnSpc>
              <a:buClr>
                <a:schemeClr val="accent1"/>
              </a:buClr>
              <a:buSzPts val="2800"/>
              <a:buFont typeface="Arial" panose="020B0604020202020204" pitchFamily="34" charset="0"/>
              <a:buChar char="•"/>
            </a:pPr>
            <a:r>
              <a:rPr sz="2800" dirty="0" err="1">
                <a:solidFill>
                  <a:schemeClr val="dk1"/>
                </a:solidFill>
                <a:latin typeface="Calibri" panose="020F0502020204030204"/>
                <a:ea typeface="Calibri" panose="020F0502020204030204"/>
                <a:cs typeface="Calibri" panose="020F0502020204030204"/>
                <a:sym typeface="Calibri" panose="020F0502020204030204"/>
              </a:rPr>
              <a:t>Độ</a:t>
            </a:r>
            <a:r>
              <a:rPr sz="2800" dirty="0">
                <a:solidFill>
                  <a:schemeClr val="dk1"/>
                </a:solidFill>
                <a:latin typeface="Calibri" panose="020F0502020204030204"/>
                <a:ea typeface="Calibri" panose="020F0502020204030204"/>
                <a:cs typeface="Calibri" panose="020F0502020204030204"/>
                <a:sym typeface="Calibri" panose="020F0502020204030204"/>
              </a:rPr>
              <a:t> </a:t>
            </a:r>
            <a:r>
              <a:rPr sz="2800" dirty="0" err="1">
                <a:solidFill>
                  <a:schemeClr val="dk1"/>
                </a:solidFill>
                <a:latin typeface="Calibri" panose="020F0502020204030204"/>
                <a:ea typeface="Calibri" panose="020F0502020204030204"/>
                <a:cs typeface="Calibri" panose="020F0502020204030204"/>
                <a:sym typeface="Calibri" panose="020F0502020204030204"/>
              </a:rPr>
              <a:t>tương</a:t>
            </a:r>
            <a:r>
              <a:rPr sz="2800" dirty="0">
                <a:solidFill>
                  <a:schemeClr val="dk1"/>
                </a:solidFill>
                <a:latin typeface="Calibri" panose="020F0502020204030204"/>
                <a:ea typeface="Calibri" panose="020F0502020204030204"/>
                <a:cs typeface="Calibri" panose="020F0502020204030204"/>
                <a:sym typeface="Calibri" panose="020F0502020204030204"/>
              </a:rPr>
              <a:t> </a:t>
            </a:r>
            <a:r>
              <a:rPr sz="2800" dirty="0" err="1">
                <a:solidFill>
                  <a:schemeClr val="dk1"/>
                </a:solidFill>
                <a:latin typeface="Calibri" panose="020F0502020204030204"/>
                <a:ea typeface="Calibri" panose="020F0502020204030204"/>
                <a:cs typeface="Calibri" panose="020F0502020204030204"/>
                <a:sym typeface="Calibri" panose="020F0502020204030204"/>
              </a:rPr>
              <a:t>phản</a:t>
            </a:r>
            <a:endParaRPr sz="2800" dirty="0">
              <a:solidFill>
                <a:schemeClr val="dk1"/>
              </a:solidFill>
              <a:latin typeface="Calibri" panose="020F0502020204030204"/>
              <a:ea typeface="Calibri" panose="020F0502020204030204"/>
              <a:cs typeface="Calibri" panose="020F0502020204030204"/>
              <a:sym typeface="Calibri" panose="020F0502020204030204"/>
            </a:endParaRPr>
          </a:p>
          <a:p>
            <a:pPr marL="914400" lvl="1" indent="-457200">
              <a:lnSpc>
                <a:spcPct val="110000"/>
              </a:lnSpc>
              <a:buClr>
                <a:schemeClr val="accent1"/>
              </a:buClr>
              <a:buSzPts val="2800"/>
              <a:buFont typeface="Arial" panose="020B0604020202020204" pitchFamily="34" charset="0"/>
              <a:buChar char="•"/>
            </a:pPr>
            <a:r>
              <a:rPr sz="2800" dirty="0" err="1">
                <a:solidFill>
                  <a:schemeClr val="dk1"/>
                </a:solidFill>
                <a:latin typeface="Calibri" panose="020F0502020204030204"/>
                <a:ea typeface="Calibri" panose="020F0502020204030204"/>
                <a:cs typeface="Calibri" panose="020F0502020204030204"/>
                <a:sym typeface="Calibri" panose="020F0502020204030204"/>
              </a:rPr>
              <a:t>Hình</a:t>
            </a:r>
            <a:r>
              <a:rPr sz="2800" dirty="0">
                <a:solidFill>
                  <a:schemeClr val="dk1"/>
                </a:solidFill>
                <a:latin typeface="Calibri" panose="020F0502020204030204"/>
                <a:ea typeface="Calibri" panose="020F0502020204030204"/>
                <a:cs typeface="Calibri" panose="020F0502020204030204"/>
                <a:sym typeface="Calibri" panose="020F0502020204030204"/>
              </a:rPr>
              <a:t> </a:t>
            </a:r>
            <a:r>
              <a:rPr sz="2800" dirty="0" err="1">
                <a:solidFill>
                  <a:schemeClr val="dk1"/>
                </a:solidFill>
                <a:latin typeface="Calibri" panose="020F0502020204030204"/>
                <a:ea typeface="Calibri" panose="020F0502020204030204"/>
                <a:cs typeface="Calibri" panose="020F0502020204030204"/>
                <a:sym typeface="Calibri" panose="020F0502020204030204"/>
              </a:rPr>
              <a:t>ảnh</a:t>
            </a:r>
            <a:r>
              <a:rPr sz="2800" dirty="0">
                <a:solidFill>
                  <a:schemeClr val="dk1"/>
                </a:solidFill>
                <a:latin typeface="Calibri" panose="020F0502020204030204"/>
                <a:ea typeface="Calibri" panose="020F0502020204030204"/>
                <a:cs typeface="Calibri" panose="020F0502020204030204"/>
                <a:sym typeface="Calibri" panose="020F0502020204030204"/>
              </a:rPr>
              <a:t> </a:t>
            </a:r>
            <a:r>
              <a:rPr sz="2800" dirty="0" err="1">
                <a:solidFill>
                  <a:schemeClr val="dk1"/>
                </a:solidFill>
                <a:latin typeface="Calibri" panose="020F0502020204030204"/>
                <a:ea typeface="Calibri" panose="020F0502020204030204"/>
                <a:cs typeface="Calibri" panose="020F0502020204030204"/>
                <a:sym typeface="Calibri" panose="020F0502020204030204"/>
              </a:rPr>
              <a:t>và</a:t>
            </a:r>
            <a:r>
              <a:rPr sz="2800" dirty="0">
                <a:solidFill>
                  <a:schemeClr val="dk1"/>
                </a:solidFill>
                <a:latin typeface="Calibri" panose="020F0502020204030204"/>
                <a:ea typeface="Calibri" panose="020F0502020204030204"/>
                <a:cs typeface="Calibri" panose="020F0502020204030204"/>
                <a:sym typeface="Calibri" panose="020F0502020204030204"/>
              </a:rPr>
              <a:t> </a:t>
            </a:r>
            <a:r>
              <a:rPr sz="2800" dirty="0" err="1">
                <a:solidFill>
                  <a:schemeClr val="dk1"/>
                </a:solidFill>
                <a:latin typeface="Calibri" panose="020F0502020204030204"/>
                <a:ea typeface="Calibri" panose="020F0502020204030204"/>
                <a:cs typeface="Calibri" panose="020F0502020204030204"/>
                <a:sym typeface="Calibri" panose="020F0502020204030204"/>
              </a:rPr>
              <a:t>đồ</a:t>
            </a:r>
            <a:r>
              <a:rPr sz="2800" dirty="0">
                <a:solidFill>
                  <a:schemeClr val="dk1"/>
                </a:solidFill>
                <a:latin typeface="Calibri" panose="020F0502020204030204"/>
                <a:ea typeface="Calibri" panose="020F0502020204030204"/>
                <a:cs typeface="Calibri" panose="020F0502020204030204"/>
                <a:sym typeface="Calibri" panose="020F0502020204030204"/>
              </a:rPr>
              <a:t> </a:t>
            </a:r>
            <a:r>
              <a:rPr sz="2800" dirty="0" err="1">
                <a:solidFill>
                  <a:schemeClr val="dk1"/>
                </a:solidFill>
                <a:latin typeface="Calibri" panose="020F0502020204030204"/>
                <a:ea typeface="Calibri" panose="020F0502020204030204"/>
                <a:cs typeface="Calibri" panose="020F0502020204030204"/>
                <a:sym typeface="Calibri" panose="020F0502020204030204"/>
              </a:rPr>
              <a:t>họa</a:t>
            </a:r>
            <a:endParaRPr sz="2800" dirty="0">
              <a:solidFill>
                <a:schemeClr val="dk1"/>
              </a:solidFill>
              <a:latin typeface="Calibri" panose="020F0502020204030204"/>
              <a:ea typeface="Calibri" panose="020F0502020204030204"/>
              <a:cs typeface="Calibri" panose="020F0502020204030204"/>
              <a:sym typeface="Calibri" panose="020F0502020204030204"/>
            </a:endParaRPr>
          </a:p>
          <a:p>
            <a:pPr marL="914400" lvl="1" indent="-457200">
              <a:lnSpc>
                <a:spcPct val="110000"/>
              </a:lnSpc>
              <a:buClr>
                <a:schemeClr val="accent1"/>
              </a:buClr>
              <a:buSzPts val="2800"/>
              <a:buFont typeface="Arial" panose="020B0604020202020204" pitchFamily="34" charset="0"/>
              <a:buChar char="•"/>
            </a:pPr>
            <a:r>
              <a:rPr sz="2800" dirty="0" err="1">
                <a:solidFill>
                  <a:schemeClr val="dk1"/>
                </a:solidFill>
                <a:latin typeface="Calibri" panose="020F0502020204030204"/>
                <a:ea typeface="Calibri" panose="020F0502020204030204"/>
                <a:cs typeface="Calibri" panose="020F0502020204030204"/>
                <a:sym typeface="Calibri" panose="020F0502020204030204"/>
              </a:rPr>
              <a:t>Kiểu</a:t>
            </a:r>
            <a:r>
              <a:rPr sz="2800" dirty="0">
                <a:solidFill>
                  <a:schemeClr val="dk1"/>
                </a:solidFill>
                <a:latin typeface="Calibri" panose="020F0502020204030204"/>
                <a:ea typeface="Calibri" panose="020F0502020204030204"/>
                <a:cs typeface="Calibri" panose="020F0502020204030204"/>
                <a:sym typeface="Calibri" panose="020F0502020204030204"/>
              </a:rPr>
              <a:t> </a:t>
            </a:r>
            <a:r>
              <a:rPr sz="2800" dirty="0" err="1">
                <a:solidFill>
                  <a:schemeClr val="dk1"/>
                </a:solidFill>
                <a:latin typeface="Calibri" panose="020F0502020204030204"/>
                <a:ea typeface="Calibri" panose="020F0502020204030204"/>
                <a:cs typeface="Calibri" panose="020F0502020204030204"/>
                <a:sym typeface="Calibri" panose="020F0502020204030204"/>
              </a:rPr>
              <a:t>chữ</a:t>
            </a:r>
            <a:endParaRPr sz="2800" dirty="0">
              <a:solidFill>
                <a:schemeClr val="dk1"/>
              </a:solidFill>
              <a:latin typeface="Calibri" panose="020F0502020204030204"/>
              <a:ea typeface="Calibri" panose="020F0502020204030204"/>
              <a:cs typeface="Calibri" panose="020F0502020204030204"/>
              <a:sym typeface="Calibri" panose="020F0502020204030204"/>
            </a:endParaRPr>
          </a:p>
          <a:p>
            <a:pPr marL="914400" lvl="1" indent="-457200">
              <a:lnSpc>
                <a:spcPct val="110000"/>
              </a:lnSpc>
              <a:buClr>
                <a:schemeClr val="accent1"/>
              </a:buClr>
              <a:buSzPts val="2800"/>
              <a:buFont typeface="Arial" panose="020B0604020202020204" pitchFamily="34" charset="0"/>
              <a:buChar char="•"/>
            </a:pPr>
            <a:r>
              <a:rPr sz="2800" dirty="0" err="1">
                <a:solidFill>
                  <a:schemeClr val="dk1"/>
                </a:solidFill>
                <a:latin typeface="Calibri" panose="020F0502020204030204"/>
                <a:ea typeface="Calibri" panose="020F0502020204030204"/>
                <a:cs typeface="Calibri" panose="020F0502020204030204"/>
                <a:sym typeface="Calibri" panose="020F0502020204030204"/>
              </a:rPr>
              <a:t>Tính</a:t>
            </a:r>
            <a:r>
              <a:rPr sz="2800" dirty="0">
                <a:solidFill>
                  <a:schemeClr val="dk1"/>
                </a:solidFill>
                <a:latin typeface="Calibri" panose="020F0502020204030204"/>
                <a:ea typeface="Calibri" panose="020F0502020204030204"/>
                <a:cs typeface="Calibri" panose="020F0502020204030204"/>
                <a:sym typeface="Calibri" panose="020F0502020204030204"/>
              </a:rPr>
              <a:t> </a:t>
            </a:r>
            <a:r>
              <a:rPr sz="2800" dirty="0" err="1">
                <a:solidFill>
                  <a:schemeClr val="dk1"/>
                </a:solidFill>
                <a:latin typeface="Calibri" panose="020F0502020204030204"/>
                <a:ea typeface="Calibri" panose="020F0502020204030204"/>
                <a:cs typeface="Calibri" panose="020F0502020204030204"/>
                <a:sym typeface="Calibri" panose="020F0502020204030204"/>
              </a:rPr>
              <a:t>thẩm</a:t>
            </a:r>
            <a:r>
              <a:rPr sz="2800" dirty="0">
                <a:solidFill>
                  <a:schemeClr val="dk1"/>
                </a:solidFill>
                <a:latin typeface="Calibri" panose="020F0502020204030204"/>
                <a:ea typeface="Calibri" panose="020F0502020204030204"/>
                <a:cs typeface="Calibri" panose="020F0502020204030204"/>
                <a:sym typeface="Calibri" panose="020F0502020204030204"/>
              </a:rPr>
              <a:t> </a:t>
            </a:r>
            <a:r>
              <a:rPr sz="2800" dirty="0" err="1">
                <a:solidFill>
                  <a:schemeClr val="dk1"/>
                </a:solidFill>
                <a:latin typeface="Calibri" panose="020F0502020204030204"/>
                <a:ea typeface="Calibri" panose="020F0502020204030204"/>
                <a:cs typeface="Calibri" panose="020F0502020204030204"/>
                <a:sym typeface="Calibri" panose="020F0502020204030204"/>
              </a:rPr>
              <a:t>mỹ</a:t>
            </a:r>
            <a:r>
              <a:rPr sz="2800" dirty="0">
                <a:solidFill>
                  <a:schemeClr val="dk1"/>
                </a:solidFill>
                <a:latin typeface="Calibri" panose="020F0502020204030204"/>
                <a:ea typeface="Calibri" panose="020F0502020204030204"/>
                <a:cs typeface="Calibri" panose="020F0502020204030204"/>
                <a:sym typeface="Calibri" panose="020F0502020204030204"/>
              </a:rPr>
              <a:t> </a:t>
            </a:r>
            <a:r>
              <a:rPr sz="2800" dirty="0" err="1">
                <a:solidFill>
                  <a:schemeClr val="dk1"/>
                </a:solidFill>
                <a:latin typeface="Calibri" panose="020F0502020204030204"/>
                <a:ea typeface="Calibri" panose="020F0502020204030204"/>
                <a:cs typeface="Calibri" panose="020F0502020204030204"/>
                <a:sym typeface="Calibri" panose="020F0502020204030204"/>
              </a:rPr>
              <a:t>chung</a:t>
            </a:r>
            <a:endParaRPr sz="2800" dirty="0">
              <a:solidFill>
                <a:schemeClr val="dk1"/>
              </a:solidFill>
              <a:latin typeface="Calibri" panose="020F0502020204030204"/>
              <a:ea typeface="Calibri" panose="020F0502020204030204"/>
              <a:cs typeface="Calibri" panose="020F0502020204030204"/>
              <a:sym typeface="Calibri" panose="020F0502020204030204"/>
            </a:endParaRPr>
          </a:p>
          <a:p>
            <a:pPr marL="457200" lvl="0" indent="-457200">
              <a:lnSpc>
                <a:spcPct val="110000"/>
              </a:lnSpc>
              <a:buClr>
                <a:schemeClr val="accent1"/>
              </a:buClr>
              <a:buSzPts val="2800"/>
              <a:buFont typeface="Noto Sans Symbols"/>
              <a:buChar char="▪"/>
            </a:pPr>
            <a:endParaRPr sz="2800" dirty="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78" name="Google Shape;78;p4"/>
          <p:cNvSpPr txBox="1">
            <a:spLocks noGrp="1"/>
          </p:cNvSpPr>
          <p:nvPr>
            <p:ph type="title"/>
          </p:nvPr>
        </p:nvSpPr>
        <p:spPr>
          <a:xfrm>
            <a:off x="406400" y="254849"/>
            <a:ext cx="11379200" cy="613833"/>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2"/>
              </a:buClr>
              <a:buSzPts val="2800"/>
              <a:buFont typeface="Quattrocento Sans" panose="020B0502050000020003"/>
              <a:buNone/>
            </a:pPr>
            <a:r>
              <a:rPr lang="en-US" dirty="0"/>
              <a:t>2. </a:t>
            </a:r>
            <a:r>
              <a:rPr lang="en-US" dirty="0" err="1"/>
              <a:t>Tính</a:t>
            </a:r>
            <a:r>
              <a:rPr lang="en-US" dirty="0"/>
              <a:t> </a:t>
            </a:r>
            <a:r>
              <a:rPr lang="en-US" dirty="0" err="1"/>
              <a:t>thẩm</a:t>
            </a:r>
            <a:r>
              <a:rPr lang="en-US" dirty="0"/>
              <a:t> </a:t>
            </a:r>
            <a:r>
              <a:rPr lang="en-US" dirty="0" err="1"/>
              <a:t>mỹ</a:t>
            </a:r>
            <a:r>
              <a:rPr lang="en-US" dirty="0"/>
              <a:t> </a:t>
            </a:r>
            <a:r>
              <a:rPr lang="en-US" dirty="0" err="1"/>
              <a:t>trong</a:t>
            </a:r>
            <a:r>
              <a:rPr lang="en-US" dirty="0"/>
              <a:t> </a:t>
            </a:r>
            <a:r>
              <a:rPr lang="en-US" dirty="0" err="1"/>
              <a:t>thiết</a:t>
            </a:r>
            <a:r>
              <a:rPr lang="en-US" dirty="0"/>
              <a:t> </a:t>
            </a:r>
            <a:r>
              <a:rPr lang="en-US" dirty="0" err="1"/>
              <a:t>kế</a:t>
            </a:r>
            <a:r>
              <a:rPr lang="en-US" dirty="0"/>
              <a:t> web</a:t>
            </a:r>
            <a:endParaRPr dirty="0"/>
          </a:p>
        </p:txBody>
      </p:sp>
      <p:pic>
        <p:nvPicPr>
          <p:cNvPr id="4" name="Picture 3"/>
          <p:cNvPicPr>
            <a:picLocks noChangeAspect="1"/>
          </p:cNvPicPr>
          <p:nvPr/>
        </p:nvPicPr>
        <p:blipFill rotWithShape="1">
          <a:blip r:embed="rId3"/>
          <a:srcRect r="51531"/>
          <a:stretch/>
        </p:blipFill>
        <p:spPr>
          <a:xfrm>
            <a:off x="7407238" y="1066800"/>
            <a:ext cx="4378362" cy="5525833"/>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75"/>
        <p:cNvGrpSpPr/>
        <p:nvPr/>
      </p:nvGrpSpPr>
      <p:grpSpPr>
        <a:xfrm>
          <a:off x="0" y="0"/>
          <a:ext cx="0" cy="0"/>
          <a:chOff x="0" y="0"/>
          <a:chExt cx="0" cy="0"/>
        </a:xfrm>
      </p:grpSpPr>
      <p:sp>
        <p:nvSpPr>
          <p:cNvPr id="77" name="Google Shape;77;p4"/>
          <p:cNvSpPr txBox="1"/>
          <p:nvPr/>
        </p:nvSpPr>
        <p:spPr>
          <a:xfrm>
            <a:off x="457201" y="1066800"/>
            <a:ext cx="4480560" cy="4832052"/>
          </a:xfrm>
          <a:prstGeom prst="rect">
            <a:avLst/>
          </a:prstGeom>
          <a:noFill/>
          <a:ln>
            <a:noFill/>
          </a:ln>
        </p:spPr>
        <p:txBody>
          <a:bodyPr spcFirstLastPara="1" wrap="square" lIns="91425" tIns="45700" rIns="91425" bIns="45700" anchor="t" anchorCtr="0">
            <a:spAutoFit/>
          </a:bodyPr>
          <a:lstStyle/>
          <a:p>
            <a:pPr marL="0" lvl="0" indent="0">
              <a:lnSpc>
                <a:spcPct val="110000"/>
              </a:lnSpc>
              <a:buClr>
                <a:schemeClr val="accent1"/>
              </a:buClr>
              <a:buSzPts val="2800"/>
              <a:buFont typeface="Noto Sans Symbols"/>
              <a:buNone/>
            </a:pPr>
            <a:r>
              <a:rPr lang="en-US" sz="2800" b="1" dirty="0">
                <a:solidFill>
                  <a:schemeClr val="dk1"/>
                </a:solidFill>
                <a:latin typeface="Calibri" panose="020F0502020204030204"/>
                <a:ea typeface="Calibri" panose="020F0502020204030204"/>
                <a:cs typeface="Calibri" panose="020F0502020204030204"/>
                <a:sym typeface="Calibri" panose="020F0502020204030204"/>
              </a:rPr>
              <a:t>2.1. </a:t>
            </a:r>
            <a:r>
              <a:rPr lang="en-US" sz="2800" b="1" dirty="0" err="1">
                <a:solidFill>
                  <a:schemeClr val="dk1"/>
                </a:solidFill>
                <a:latin typeface="Calibri" panose="020F0502020204030204"/>
                <a:ea typeface="Calibri" panose="020F0502020204030204"/>
                <a:cs typeface="Calibri" panose="020F0502020204030204"/>
                <a:sym typeface="Calibri" panose="020F0502020204030204"/>
              </a:rPr>
              <a:t>Màu</a:t>
            </a:r>
            <a:r>
              <a:rPr lang="en-US" sz="2800" b="1" dirty="0">
                <a:solidFill>
                  <a:schemeClr val="dk1"/>
                </a:solidFill>
                <a:latin typeface="Calibri" panose="020F0502020204030204"/>
                <a:ea typeface="Calibri" panose="020F0502020204030204"/>
                <a:cs typeface="Calibri" panose="020F0502020204030204"/>
                <a:sym typeface="Calibri" panose="020F0502020204030204"/>
              </a:rPr>
              <a:t> </a:t>
            </a:r>
            <a:r>
              <a:rPr lang="en-US" sz="2800" b="1" dirty="0" err="1">
                <a:solidFill>
                  <a:schemeClr val="dk1"/>
                </a:solidFill>
                <a:latin typeface="Calibri" panose="020F0502020204030204"/>
                <a:ea typeface="Calibri" panose="020F0502020204030204"/>
                <a:cs typeface="Calibri" panose="020F0502020204030204"/>
                <a:sym typeface="Calibri" panose="020F0502020204030204"/>
              </a:rPr>
              <a:t>sắc</a:t>
            </a:r>
            <a:endParaRPr lang="en-US" sz="2800" dirty="0">
              <a:solidFill>
                <a:schemeClr val="dk1"/>
              </a:solidFill>
              <a:latin typeface="Calibri" panose="020F0502020204030204"/>
              <a:ea typeface="Calibri" panose="020F0502020204030204"/>
              <a:cs typeface="Calibri" panose="020F0502020204030204"/>
              <a:sym typeface="Calibri" panose="020F0502020204030204"/>
            </a:endParaRPr>
          </a:p>
          <a:p>
            <a:pPr marL="457200" lvl="0" indent="-457200">
              <a:lnSpc>
                <a:spcPct val="110000"/>
              </a:lnSpc>
              <a:buClr>
                <a:schemeClr val="accent1"/>
              </a:buClr>
              <a:buSzPts val="2800"/>
              <a:buFontTx/>
              <a:buChar char="-"/>
            </a:pPr>
            <a:r>
              <a:rPr lang="en-US" sz="2800" dirty="0" err="1">
                <a:solidFill>
                  <a:schemeClr val="dk1"/>
                </a:solidFill>
                <a:latin typeface="Calibri" panose="020F0502020204030204"/>
                <a:ea typeface="Calibri" panose="020F0502020204030204"/>
                <a:cs typeface="Calibri" panose="020F0502020204030204"/>
                <a:sym typeface="Calibri" panose="020F0502020204030204"/>
              </a:rPr>
              <a:t>Các</a:t>
            </a:r>
            <a:r>
              <a:rPr lang="en-US" sz="2800" dirty="0">
                <a:solidFill>
                  <a:schemeClr val="dk1"/>
                </a:solidFill>
                <a:latin typeface="Calibri" panose="020F0502020204030204"/>
                <a:ea typeface="Calibri" panose="020F0502020204030204"/>
                <a:cs typeface="Calibri" panose="020F0502020204030204"/>
                <a:sym typeface="Calibri" panose="020F0502020204030204"/>
              </a:rPr>
              <a:t> </a:t>
            </a:r>
            <a:r>
              <a:rPr lang="en-US" sz="2800" dirty="0" err="1">
                <a:solidFill>
                  <a:schemeClr val="dk1"/>
                </a:solidFill>
                <a:latin typeface="Calibri" panose="020F0502020204030204"/>
                <a:ea typeface="Calibri" panose="020F0502020204030204"/>
                <a:cs typeface="Calibri" panose="020F0502020204030204"/>
                <a:sym typeface="Calibri" panose="020F0502020204030204"/>
              </a:rPr>
              <a:t>màu</a:t>
            </a:r>
            <a:r>
              <a:rPr lang="en-US" sz="2800" dirty="0">
                <a:solidFill>
                  <a:schemeClr val="dk1"/>
                </a:solidFill>
                <a:latin typeface="Calibri" panose="020F0502020204030204"/>
                <a:ea typeface="Calibri" panose="020F0502020204030204"/>
                <a:cs typeface="Calibri" panose="020F0502020204030204"/>
                <a:sym typeface="Calibri" panose="020F0502020204030204"/>
              </a:rPr>
              <a:t> </a:t>
            </a:r>
            <a:r>
              <a:rPr lang="en-US" sz="2800" dirty="0" err="1">
                <a:solidFill>
                  <a:schemeClr val="dk1"/>
                </a:solidFill>
                <a:latin typeface="Calibri" panose="020F0502020204030204"/>
                <a:ea typeface="Calibri" panose="020F0502020204030204"/>
                <a:cs typeface="Calibri" panose="020F0502020204030204"/>
                <a:sym typeface="Calibri" panose="020F0502020204030204"/>
              </a:rPr>
              <a:t>sắc</a:t>
            </a:r>
            <a:r>
              <a:rPr lang="en-US" sz="2800" dirty="0">
                <a:solidFill>
                  <a:schemeClr val="dk1"/>
                </a:solidFill>
                <a:latin typeface="Calibri" panose="020F0502020204030204"/>
                <a:ea typeface="Calibri" panose="020F0502020204030204"/>
                <a:cs typeface="Calibri" panose="020F0502020204030204"/>
                <a:sym typeface="Calibri" panose="020F0502020204030204"/>
              </a:rPr>
              <a:t> </a:t>
            </a:r>
            <a:r>
              <a:rPr lang="en-US" sz="2800" dirty="0" err="1">
                <a:solidFill>
                  <a:schemeClr val="dk1"/>
                </a:solidFill>
                <a:latin typeface="Calibri" panose="020F0502020204030204"/>
                <a:ea typeface="Calibri" panose="020F0502020204030204"/>
                <a:cs typeface="Calibri" panose="020F0502020204030204"/>
                <a:sym typeface="Calibri" panose="020F0502020204030204"/>
              </a:rPr>
              <a:t>được</a:t>
            </a:r>
            <a:r>
              <a:rPr lang="en-US" sz="2800" dirty="0">
                <a:solidFill>
                  <a:schemeClr val="dk1"/>
                </a:solidFill>
                <a:latin typeface="Calibri" panose="020F0502020204030204"/>
                <a:ea typeface="Calibri" panose="020F0502020204030204"/>
                <a:cs typeface="Calibri" panose="020F0502020204030204"/>
                <a:sym typeface="Calibri" panose="020F0502020204030204"/>
              </a:rPr>
              <a:t> </a:t>
            </a:r>
            <a:r>
              <a:rPr lang="en-US" sz="2800" dirty="0" err="1">
                <a:solidFill>
                  <a:schemeClr val="dk1"/>
                </a:solidFill>
                <a:latin typeface="Calibri" panose="020F0502020204030204"/>
                <a:ea typeface="Calibri" panose="020F0502020204030204"/>
                <a:cs typeface="Calibri" panose="020F0502020204030204"/>
                <a:sym typeface="Calibri" panose="020F0502020204030204"/>
              </a:rPr>
              <a:t>sử</a:t>
            </a:r>
            <a:r>
              <a:rPr lang="en-US" sz="2800" dirty="0">
                <a:solidFill>
                  <a:schemeClr val="dk1"/>
                </a:solidFill>
                <a:latin typeface="Calibri" panose="020F0502020204030204"/>
                <a:ea typeface="Calibri" panose="020F0502020204030204"/>
                <a:cs typeface="Calibri" panose="020F0502020204030204"/>
                <a:sym typeface="Calibri" panose="020F0502020204030204"/>
              </a:rPr>
              <a:t> </a:t>
            </a:r>
            <a:r>
              <a:rPr lang="en-US" sz="2800" dirty="0" err="1">
                <a:solidFill>
                  <a:schemeClr val="dk1"/>
                </a:solidFill>
                <a:latin typeface="Calibri" panose="020F0502020204030204"/>
                <a:ea typeface="Calibri" panose="020F0502020204030204"/>
                <a:cs typeface="Calibri" panose="020F0502020204030204"/>
                <a:sym typeface="Calibri" panose="020F0502020204030204"/>
              </a:rPr>
              <a:t>dụng</a:t>
            </a:r>
            <a:r>
              <a:rPr lang="en-US" sz="2800" dirty="0">
                <a:solidFill>
                  <a:schemeClr val="dk1"/>
                </a:solidFill>
                <a:latin typeface="Calibri" panose="020F0502020204030204"/>
                <a:ea typeface="Calibri" panose="020F0502020204030204"/>
                <a:cs typeface="Calibri" panose="020F0502020204030204"/>
                <a:sym typeface="Calibri" panose="020F0502020204030204"/>
              </a:rPr>
              <a:t> </a:t>
            </a:r>
            <a:r>
              <a:rPr lang="en-US" sz="2800" dirty="0" err="1">
                <a:solidFill>
                  <a:schemeClr val="dk1"/>
                </a:solidFill>
                <a:latin typeface="Calibri" panose="020F0502020204030204"/>
                <a:ea typeface="Calibri" panose="020F0502020204030204"/>
                <a:cs typeface="Calibri" panose="020F0502020204030204"/>
                <a:sym typeface="Calibri" panose="020F0502020204030204"/>
              </a:rPr>
              <a:t>trong</a:t>
            </a:r>
            <a:r>
              <a:rPr lang="en-US" sz="2800" dirty="0">
                <a:solidFill>
                  <a:schemeClr val="dk1"/>
                </a:solidFill>
                <a:latin typeface="Calibri" panose="020F0502020204030204"/>
                <a:ea typeface="Calibri" panose="020F0502020204030204"/>
                <a:cs typeface="Calibri" panose="020F0502020204030204"/>
                <a:sym typeface="Calibri" panose="020F0502020204030204"/>
              </a:rPr>
              <a:t> </a:t>
            </a:r>
            <a:r>
              <a:rPr lang="en-US" sz="2800" dirty="0" err="1">
                <a:solidFill>
                  <a:schemeClr val="dk1"/>
                </a:solidFill>
                <a:latin typeface="Calibri" panose="020F0502020204030204"/>
                <a:ea typeface="Calibri" panose="020F0502020204030204"/>
                <a:cs typeface="Calibri" panose="020F0502020204030204"/>
                <a:sym typeface="Calibri" panose="020F0502020204030204"/>
              </a:rPr>
              <a:t>thiết</a:t>
            </a:r>
            <a:r>
              <a:rPr lang="en-US" sz="2800" dirty="0">
                <a:solidFill>
                  <a:schemeClr val="dk1"/>
                </a:solidFill>
                <a:latin typeface="Calibri" panose="020F0502020204030204"/>
                <a:ea typeface="Calibri" panose="020F0502020204030204"/>
                <a:cs typeface="Calibri" panose="020F0502020204030204"/>
                <a:sym typeface="Calibri" panose="020F0502020204030204"/>
              </a:rPr>
              <a:t> </a:t>
            </a:r>
            <a:r>
              <a:rPr lang="en-US" sz="2800" dirty="0" err="1">
                <a:solidFill>
                  <a:schemeClr val="dk1"/>
                </a:solidFill>
                <a:latin typeface="Calibri" panose="020F0502020204030204"/>
                <a:ea typeface="Calibri" panose="020F0502020204030204"/>
                <a:cs typeface="Calibri" panose="020F0502020204030204"/>
                <a:sym typeface="Calibri" panose="020F0502020204030204"/>
              </a:rPr>
              <a:t>kế</a:t>
            </a:r>
            <a:r>
              <a:rPr lang="en-US" sz="2800" dirty="0">
                <a:solidFill>
                  <a:schemeClr val="dk1"/>
                </a:solidFill>
                <a:latin typeface="Calibri" panose="020F0502020204030204"/>
                <a:ea typeface="Calibri" panose="020F0502020204030204"/>
                <a:cs typeface="Calibri" panose="020F0502020204030204"/>
                <a:sym typeface="Calibri" panose="020F0502020204030204"/>
              </a:rPr>
              <a:t> </a:t>
            </a:r>
            <a:r>
              <a:rPr lang="en-US" sz="2800" dirty="0" err="1">
                <a:solidFill>
                  <a:schemeClr val="dk1"/>
                </a:solidFill>
                <a:latin typeface="Calibri" panose="020F0502020204030204"/>
                <a:ea typeface="Calibri" panose="020F0502020204030204"/>
                <a:cs typeface="Calibri" panose="020F0502020204030204"/>
                <a:sym typeface="Calibri" panose="020F0502020204030204"/>
              </a:rPr>
              <a:t>cần</a:t>
            </a:r>
            <a:r>
              <a:rPr lang="en-US" sz="2800" dirty="0">
                <a:solidFill>
                  <a:schemeClr val="dk1"/>
                </a:solidFill>
                <a:latin typeface="Calibri" panose="020F0502020204030204"/>
                <a:ea typeface="Calibri" panose="020F0502020204030204"/>
                <a:cs typeface="Calibri" panose="020F0502020204030204"/>
                <a:sym typeface="Calibri" panose="020F0502020204030204"/>
              </a:rPr>
              <a:t> </a:t>
            </a:r>
            <a:r>
              <a:rPr lang="en-US" sz="2800" dirty="0" err="1">
                <a:solidFill>
                  <a:schemeClr val="dk1"/>
                </a:solidFill>
                <a:latin typeface="Calibri" panose="020F0502020204030204"/>
                <a:ea typeface="Calibri" panose="020F0502020204030204"/>
                <a:cs typeface="Calibri" panose="020F0502020204030204"/>
                <a:sym typeface="Calibri" panose="020F0502020204030204"/>
              </a:rPr>
              <a:t>phải</a:t>
            </a:r>
            <a:r>
              <a:rPr lang="en-US" sz="2800" dirty="0">
                <a:solidFill>
                  <a:schemeClr val="dk1"/>
                </a:solidFill>
                <a:latin typeface="Calibri" panose="020F0502020204030204"/>
                <a:ea typeface="Calibri" panose="020F0502020204030204"/>
                <a:cs typeface="Calibri" panose="020F0502020204030204"/>
                <a:sym typeface="Calibri" panose="020F0502020204030204"/>
              </a:rPr>
              <a:t> </a:t>
            </a:r>
            <a:r>
              <a:rPr lang="en-US" sz="2800" dirty="0" err="1">
                <a:solidFill>
                  <a:schemeClr val="dk1"/>
                </a:solidFill>
                <a:latin typeface="Calibri" panose="020F0502020204030204"/>
                <a:ea typeface="Calibri" panose="020F0502020204030204"/>
                <a:cs typeface="Calibri" panose="020F0502020204030204"/>
                <a:sym typeface="Calibri" panose="020F0502020204030204"/>
              </a:rPr>
              <a:t>phù</a:t>
            </a:r>
            <a:r>
              <a:rPr lang="en-US" sz="2800" dirty="0">
                <a:solidFill>
                  <a:schemeClr val="dk1"/>
                </a:solidFill>
                <a:latin typeface="Calibri" panose="020F0502020204030204"/>
                <a:ea typeface="Calibri" panose="020F0502020204030204"/>
                <a:cs typeface="Calibri" panose="020F0502020204030204"/>
                <a:sym typeface="Calibri" panose="020F0502020204030204"/>
              </a:rPr>
              <a:t> </a:t>
            </a:r>
            <a:r>
              <a:rPr lang="en-US" sz="2800" dirty="0" err="1">
                <a:solidFill>
                  <a:schemeClr val="dk1"/>
                </a:solidFill>
                <a:latin typeface="Calibri" panose="020F0502020204030204"/>
                <a:ea typeface="Calibri" panose="020F0502020204030204"/>
                <a:cs typeface="Calibri" panose="020F0502020204030204"/>
                <a:sym typeface="Calibri" panose="020F0502020204030204"/>
              </a:rPr>
              <a:t>hợp</a:t>
            </a:r>
            <a:r>
              <a:rPr lang="en-US" sz="2800" dirty="0">
                <a:solidFill>
                  <a:schemeClr val="dk1"/>
                </a:solidFill>
                <a:latin typeface="Calibri" panose="020F0502020204030204"/>
                <a:ea typeface="Calibri" panose="020F0502020204030204"/>
                <a:cs typeface="Calibri" panose="020F0502020204030204"/>
                <a:sym typeface="Calibri" panose="020F0502020204030204"/>
              </a:rPr>
              <a:t> </a:t>
            </a:r>
            <a:r>
              <a:rPr lang="en-US" sz="2800" dirty="0" err="1">
                <a:solidFill>
                  <a:schemeClr val="dk1"/>
                </a:solidFill>
                <a:latin typeface="Calibri" panose="020F0502020204030204"/>
                <a:ea typeface="Calibri" panose="020F0502020204030204"/>
                <a:cs typeface="Calibri" panose="020F0502020204030204"/>
                <a:sym typeface="Calibri" panose="020F0502020204030204"/>
              </a:rPr>
              <a:t>với</a:t>
            </a:r>
            <a:r>
              <a:rPr lang="en-US" sz="2800" dirty="0">
                <a:solidFill>
                  <a:schemeClr val="dk1"/>
                </a:solidFill>
                <a:latin typeface="Calibri" panose="020F0502020204030204"/>
                <a:ea typeface="Calibri" panose="020F0502020204030204"/>
                <a:cs typeface="Calibri" panose="020F0502020204030204"/>
                <a:sym typeface="Calibri" panose="020F0502020204030204"/>
              </a:rPr>
              <a:t> </a:t>
            </a:r>
            <a:r>
              <a:rPr lang="en-US" sz="2800" dirty="0" err="1">
                <a:solidFill>
                  <a:schemeClr val="dk1"/>
                </a:solidFill>
                <a:latin typeface="Calibri" panose="020F0502020204030204"/>
                <a:ea typeface="Calibri" panose="020F0502020204030204"/>
                <a:cs typeface="Calibri" panose="020F0502020204030204"/>
                <a:sym typeface="Calibri" panose="020F0502020204030204"/>
              </a:rPr>
              <a:t>nội</a:t>
            </a:r>
            <a:r>
              <a:rPr lang="en-US" sz="2800" dirty="0">
                <a:solidFill>
                  <a:schemeClr val="dk1"/>
                </a:solidFill>
                <a:latin typeface="Calibri" panose="020F0502020204030204"/>
                <a:ea typeface="Calibri" panose="020F0502020204030204"/>
                <a:cs typeface="Calibri" panose="020F0502020204030204"/>
                <a:sym typeface="Calibri" panose="020F0502020204030204"/>
              </a:rPr>
              <a:t> dung, </a:t>
            </a:r>
            <a:r>
              <a:rPr lang="en-US" sz="2800" dirty="0" err="1">
                <a:solidFill>
                  <a:schemeClr val="dk1"/>
                </a:solidFill>
                <a:latin typeface="Calibri" panose="020F0502020204030204"/>
                <a:ea typeface="Calibri" panose="020F0502020204030204"/>
                <a:cs typeface="Calibri" panose="020F0502020204030204"/>
                <a:sym typeface="Calibri" panose="020F0502020204030204"/>
              </a:rPr>
              <a:t>sản</a:t>
            </a:r>
            <a:r>
              <a:rPr lang="en-US" sz="2800" dirty="0">
                <a:solidFill>
                  <a:schemeClr val="dk1"/>
                </a:solidFill>
                <a:latin typeface="Calibri" panose="020F0502020204030204"/>
                <a:ea typeface="Calibri" panose="020F0502020204030204"/>
                <a:cs typeface="Calibri" panose="020F0502020204030204"/>
                <a:sym typeface="Calibri" panose="020F0502020204030204"/>
              </a:rPr>
              <a:t> </a:t>
            </a:r>
            <a:r>
              <a:rPr lang="en-US" sz="2800" dirty="0" err="1">
                <a:solidFill>
                  <a:schemeClr val="dk1"/>
                </a:solidFill>
                <a:latin typeface="Calibri" panose="020F0502020204030204"/>
                <a:ea typeface="Calibri" panose="020F0502020204030204"/>
                <a:cs typeface="Calibri" panose="020F0502020204030204"/>
                <a:sym typeface="Calibri" panose="020F0502020204030204"/>
              </a:rPr>
              <a:t>phẩm</a:t>
            </a:r>
            <a:r>
              <a:rPr lang="en-US" sz="2800" dirty="0">
                <a:solidFill>
                  <a:schemeClr val="dk1"/>
                </a:solidFill>
                <a:latin typeface="Calibri" panose="020F0502020204030204"/>
                <a:ea typeface="Calibri" panose="020F0502020204030204"/>
                <a:cs typeface="Calibri" panose="020F0502020204030204"/>
                <a:sym typeface="Calibri" panose="020F0502020204030204"/>
              </a:rPr>
              <a:t> </a:t>
            </a:r>
            <a:r>
              <a:rPr lang="en-US" sz="2800" dirty="0" err="1">
                <a:solidFill>
                  <a:schemeClr val="dk1"/>
                </a:solidFill>
                <a:latin typeface="Calibri" panose="020F0502020204030204"/>
                <a:ea typeface="Calibri" panose="020F0502020204030204"/>
                <a:cs typeface="Calibri" panose="020F0502020204030204"/>
                <a:sym typeface="Calibri" panose="020F0502020204030204"/>
              </a:rPr>
              <a:t>hoặc</a:t>
            </a:r>
            <a:r>
              <a:rPr lang="en-US" sz="2800" dirty="0">
                <a:solidFill>
                  <a:schemeClr val="dk1"/>
                </a:solidFill>
                <a:latin typeface="Calibri" panose="020F0502020204030204"/>
                <a:ea typeface="Calibri" panose="020F0502020204030204"/>
                <a:cs typeface="Calibri" panose="020F0502020204030204"/>
                <a:sym typeface="Calibri" panose="020F0502020204030204"/>
              </a:rPr>
              <a:t> </a:t>
            </a:r>
            <a:r>
              <a:rPr lang="en-US" sz="2800" dirty="0" err="1">
                <a:solidFill>
                  <a:schemeClr val="dk1"/>
                </a:solidFill>
                <a:latin typeface="Calibri" panose="020F0502020204030204"/>
                <a:ea typeface="Calibri" panose="020F0502020204030204"/>
                <a:cs typeface="Calibri" panose="020F0502020204030204"/>
                <a:sym typeface="Calibri" panose="020F0502020204030204"/>
              </a:rPr>
              <a:t>dịch</a:t>
            </a:r>
            <a:r>
              <a:rPr lang="en-US" sz="2800" dirty="0">
                <a:solidFill>
                  <a:schemeClr val="dk1"/>
                </a:solidFill>
                <a:latin typeface="Calibri" panose="020F0502020204030204"/>
                <a:ea typeface="Calibri" panose="020F0502020204030204"/>
                <a:cs typeface="Calibri" panose="020F0502020204030204"/>
                <a:sym typeface="Calibri" panose="020F0502020204030204"/>
              </a:rPr>
              <a:t> </a:t>
            </a:r>
            <a:r>
              <a:rPr lang="en-US" sz="2800" dirty="0" err="1">
                <a:solidFill>
                  <a:schemeClr val="dk1"/>
                </a:solidFill>
                <a:latin typeface="Calibri" panose="020F0502020204030204"/>
                <a:ea typeface="Calibri" panose="020F0502020204030204"/>
                <a:cs typeface="Calibri" panose="020F0502020204030204"/>
                <a:sym typeface="Calibri" panose="020F0502020204030204"/>
              </a:rPr>
              <a:t>vụ</a:t>
            </a:r>
            <a:r>
              <a:rPr lang="en-US" sz="2800" dirty="0">
                <a:solidFill>
                  <a:schemeClr val="dk1"/>
                </a:solidFill>
                <a:latin typeface="Calibri" panose="020F0502020204030204"/>
                <a:ea typeface="Calibri" panose="020F0502020204030204"/>
                <a:cs typeface="Calibri" panose="020F0502020204030204"/>
                <a:sym typeface="Calibri" panose="020F0502020204030204"/>
              </a:rPr>
              <a:t> </a:t>
            </a:r>
            <a:r>
              <a:rPr lang="en-US" sz="2800" dirty="0" err="1">
                <a:solidFill>
                  <a:schemeClr val="dk1"/>
                </a:solidFill>
                <a:latin typeface="Calibri" panose="020F0502020204030204"/>
                <a:ea typeface="Calibri" panose="020F0502020204030204"/>
                <a:cs typeface="Calibri" panose="020F0502020204030204"/>
                <a:sym typeface="Calibri" panose="020F0502020204030204"/>
              </a:rPr>
              <a:t>của</a:t>
            </a:r>
            <a:r>
              <a:rPr lang="en-US" sz="2800" dirty="0">
                <a:solidFill>
                  <a:schemeClr val="dk1"/>
                </a:solidFill>
                <a:latin typeface="Calibri" panose="020F0502020204030204"/>
                <a:ea typeface="Calibri" panose="020F0502020204030204"/>
                <a:cs typeface="Calibri" panose="020F0502020204030204"/>
                <a:sym typeface="Calibri" panose="020F0502020204030204"/>
              </a:rPr>
              <a:t> </a:t>
            </a:r>
            <a:r>
              <a:rPr lang="en-US" sz="2800" dirty="0" err="1">
                <a:solidFill>
                  <a:schemeClr val="dk1"/>
                </a:solidFill>
                <a:latin typeface="Calibri" panose="020F0502020204030204"/>
                <a:ea typeface="Calibri" panose="020F0502020204030204"/>
                <a:cs typeface="Calibri" panose="020F0502020204030204"/>
                <a:sym typeface="Calibri" panose="020F0502020204030204"/>
              </a:rPr>
              <a:t>trang</a:t>
            </a:r>
            <a:r>
              <a:rPr lang="en-US" sz="2800" dirty="0">
                <a:solidFill>
                  <a:schemeClr val="dk1"/>
                </a:solidFill>
                <a:latin typeface="Calibri" panose="020F0502020204030204"/>
                <a:ea typeface="Calibri" panose="020F0502020204030204"/>
                <a:cs typeface="Calibri" panose="020F0502020204030204"/>
                <a:sym typeface="Calibri" panose="020F0502020204030204"/>
              </a:rPr>
              <a:t> web. </a:t>
            </a:r>
          </a:p>
          <a:p>
            <a:pPr marL="457200" lvl="0" indent="-457200">
              <a:lnSpc>
                <a:spcPct val="110000"/>
              </a:lnSpc>
              <a:buClr>
                <a:schemeClr val="accent1"/>
              </a:buClr>
              <a:buSzPts val="2800"/>
              <a:buFontTx/>
              <a:buChar char="-"/>
            </a:pPr>
            <a:r>
              <a:rPr lang="en-US" sz="2800" dirty="0" err="1">
                <a:solidFill>
                  <a:schemeClr val="dk1"/>
                </a:solidFill>
                <a:latin typeface="Calibri" panose="020F0502020204030204"/>
                <a:ea typeface="Calibri" panose="020F0502020204030204"/>
                <a:cs typeface="Calibri" panose="020F0502020204030204"/>
                <a:sym typeface="Calibri" panose="020F0502020204030204"/>
              </a:rPr>
              <a:t>Màu</a:t>
            </a:r>
            <a:r>
              <a:rPr lang="en-US" sz="2800" dirty="0">
                <a:solidFill>
                  <a:schemeClr val="dk1"/>
                </a:solidFill>
                <a:latin typeface="Calibri" panose="020F0502020204030204"/>
                <a:ea typeface="Calibri" panose="020F0502020204030204"/>
                <a:cs typeface="Calibri" panose="020F0502020204030204"/>
                <a:sym typeface="Calibri" panose="020F0502020204030204"/>
              </a:rPr>
              <a:t> </a:t>
            </a:r>
            <a:r>
              <a:rPr lang="en-US" sz="2800" dirty="0" err="1">
                <a:solidFill>
                  <a:schemeClr val="dk1"/>
                </a:solidFill>
                <a:latin typeface="Calibri" panose="020F0502020204030204"/>
                <a:ea typeface="Calibri" panose="020F0502020204030204"/>
                <a:cs typeface="Calibri" panose="020F0502020204030204"/>
                <a:sym typeface="Calibri" panose="020F0502020204030204"/>
              </a:rPr>
              <a:t>sắc</a:t>
            </a:r>
            <a:r>
              <a:rPr lang="en-US" sz="2800" dirty="0">
                <a:solidFill>
                  <a:schemeClr val="dk1"/>
                </a:solidFill>
                <a:latin typeface="Calibri" panose="020F0502020204030204"/>
                <a:ea typeface="Calibri" panose="020F0502020204030204"/>
                <a:cs typeface="Calibri" panose="020F0502020204030204"/>
                <a:sym typeface="Calibri" panose="020F0502020204030204"/>
              </a:rPr>
              <a:t> </a:t>
            </a:r>
            <a:r>
              <a:rPr lang="en-US" sz="2800" dirty="0" err="1">
                <a:solidFill>
                  <a:schemeClr val="dk1"/>
                </a:solidFill>
                <a:latin typeface="Calibri" panose="020F0502020204030204"/>
                <a:ea typeface="Calibri" panose="020F0502020204030204"/>
                <a:cs typeface="Calibri" panose="020F0502020204030204"/>
                <a:sym typeface="Calibri" panose="020F0502020204030204"/>
              </a:rPr>
              <a:t>cũng</a:t>
            </a:r>
            <a:r>
              <a:rPr lang="en-US" sz="2800" dirty="0">
                <a:solidFill>
                  <a:schemeClr val="dk1"/>
                </a:solidFill>
                <a:latin typeface="Calibri" panose="020F0502020204030204"/>
                <a:ea typeface="Calibri" panose="020F0502020204030204"/>
                <a:cs typeface="Calibri" panose="020F0502020204030204"/>
                <a:sym typeface="Calibri" panose="020F0502020204030204"/>
              </a:rPr>
              <a:t> </a:t>
            </a:r>
            <a:r>
              <a:rPr lang="en-US" sz="2800" dirty="0" err="1">
                <a:solidFill>
                  <a:schemeClr val="dk1"/>
                </a:solidFill>
                <a:latin typeface="Calibri" panose="020F0502020204030204"/>
                <a:ea typeface="Calibri" panose="020F0502020204030204"/>
                <a:cs typeface="Calibri" panose="020F0502020204030204"/>
                <a:sym typeface="Calibri" panose="020F0502020204030204"/>
              </a:rPr>
              <a:t>có</a:t>
            </a:r>
            <a:r>
              <a:rPr lang="en-US" sz="2800" dirty="0">
                <a:solidFill>
                  <a:schemeClr val="dk1"/>
                </a:solidFill>
                <a:latin typeface="Calibri" panose="020F0502020204030204"/>
                <a:ea typeface="Calibri" panose="020F0502020204030204"/>
                <a:cs typeface="Calibri" panose="020F0502020204030204"/>
                <a:sym typeface="Calibri" panose="020F0502020204030204"/>
              </a:rPr>
              <a:t> </a:t>
            </a:r>
            <a:r>
              <a:rPr lang="en-US" sz="2800" dirty="0" err="1">
                <a:solidFill>
                  <a:schemeClr val="dk1"/>
                </a:solidFill>
                <a:latin typeface="Calibri" panose="020F0502020204030204"/>
                <a:ea typeface="Calibri" panose="020F0502020204030204"/>
                <a:cs typeface="Calibri" panose="020F0502020204030204"/>
                <a:sym typeface="Calibri" panose="020F0502020204030204"/>
              </a:rPr>
              <a:t>thể</a:t>
            </a:r>
            <a:r>
              <a:rPr lang="en-US" sz="2800" dirty="0">
                <a:solidFill>
                  <a:schemeClr val="dk1"/>
                </a:solidFill>
                <a:latin typeface="Calibri" panose="020F0502020204030204"/>
                <a:ea typeface="Calibri" panose="020F0502020204030204"/>
                <a:cs typeface="Calibri" panose="020F0502020204030204"/>
                <a:sym typeface="Calibri" panose="020F0502020204030204"/>
              </a:rPr>
              <a:t> </a:t>
            </a:r>
            <a:r>
              <a:rPr lang="en-US" sz="2800" dirty="0" err="1">
                <a:solidFill>
                  <a:schemeClr val="dk1"/>
                </a:solidFill>
                <a:latin typeface="Calibri" panose="020F0502020204030204"/>
                <a:ea typeface="Calibri" panose="020F0502020204030204"/>
                <a:cs typeface="Calibri" panose="020F0502020204030204"/>
                <a:sym typeface="Calibri" panose="020F0502020204030204"/>
              </a:rPr>
              <a:t>được</a:t>
            </a:r>
            <a:r>
              <a:rPr lang="en-US" sz="2800" dirty="0">
                <a:solidFill>
                  <a:schemeClr val="dk1"/>
                </a:solidFill>
                <a:latin typeface="Calibri" panose="020F0502020204030204"/>
                <a:ea typeface="Calibri" panose="020F0502020204030204"/>
                <a:cs typeface="Calibri" panose="020F0502020204030204"/>
                <a:sym typeface="Calibri" panose="020F0502020204030204"/>
              </a:rPr>
              <a:t> </a:t>
            </a:r>
            <a:r>
              <a:rPr lang="en-US" sz="2800" dirty="0" err="1">
                <a:solidFill>
                  <a:schemeClr val="dk1"/>
                </a:solidFill>
                <a:latin typeface="Calibri" panose="020F0502020204030204"/>
                <a:ea typeface="Calibri" panose="020F0502020204030204"/>
                <a:cs typeface="Calibri" panose="020F0502020204030204"/>
                <a:sym typeface="Calibri" panose="020F0502020204030204"/>
              </a:rPr>
              <a:t>sử</a:t>
            </a:r>
            <a:r>
              <a:rPr lang="en-US" sz="2800" dirty="0">
                <a:solidFill>
                  <a:schemeClr val="dk1"/>
                </a:solidFill>
                <a:latin typeface="Calibri" panose="020F0502020204030204"/>
                <a:ea typeface="Calibri" panose="020F0502020204030204"/>
                <a:cs typeface="Calibri" panose="020F0502020204030204"/>
                <a:sym typeface="Calibri" panose="020F0502020204030204"/>
              </a:rPr>
              <a:t> </a:t>
            </a:r>
            <a:r>
              <a:rPr lang="en-US" sz="2800" dirty="0" err="1">
                <a:solidFill>
                  <a:schemeClr val="dk1"/>
                </a:solidFill>
                <a:latin typeface="Calibri" panose="020F0502020204030204"/>
                <a:ea typeface="Calibri" panose="020F0502020204030204"/>
                <a:cs typeface="Calibri" panose="020F0502020204030204"/>
                <a:sym typeface="Calibri" panose="020F0502020204030204"/>
              </a:rPr>
              <a:t>dụng</a:t>
            </a:r>
            <a:r>
              <a:rPr lang="en-US" sz="2800" dirty="0">
                <a:solidFill>
                  <a:schemeClr val="dk1"/>
                </a:solidFill>
                <a:latin typeface="Calibri" panose="020F0502020204030204"/>
                <a:ea typeface="Calibri" panose="020F0502020204030204"/>
                <a:cs typeface="Calibri" panose="020F0502020204030204"/>
                <a:sym typeface="Calibri" panose="020F0502020204030204"/>
              </a:rPr>
              <a:t> </a:t>
            </a:r>
            <a:r>
              <a:rPr lang="en-US" sz="2800" dirty="0" err="1">
                <a:solidFill>
                  <a:schemeClr val="dk1"/>
                </a:solidFill>
                <a:latin typeface="Calibri" panose="020F0502020204030204"/>
                <a:ea typeface="Calibri" panose="020F0502020204030204"/>
                <a:cs typeface="Calibri" panose="020F0502020204030204"/>
                <a:sym typeface="Calibri" panose="020F0502020204030204"/>
              </a:rPr>
              <a:t>để</a:t>
            </a:r>
            <a:r>
              <a:rPr lang="en-US" sz="2800" dirty="0">
                <a:solidFill>
                  <a:schemeClr val="dk1"/>
                </a:solidFill>
                <a:latin typeface="Calibri" panose="020F0502020204030204"/>
                <a:ea typeface="Calibri" panose="020F0502020204030204"/>
                <a:cs typeface="Calibri" panose="020F0502020204030204"/>
                <a:sym typeface="Calibri" panose="020F0502020204030204"/>
              </a:rPr>
              <a:t> </a:t>
            </a:r>
            <a:r>
              <a:rPr lang="en-US" sz="2800" dirty="0" err="1">
                <a:solidFill>
                  <a:schemeClr val="dk1"/>
                </a:solidFill>
                <a:latin typeface="Calibri" panose="020F0502020204030204"/>
                <a:ea typeface="Calibri" panose="020F0502020204030204"/>
                <a:cs typeface="Calibri" panose="020F0502020204030204"/>
                <a:sym typeface="Calibri" panose="020F0502020204030204"/>
              </a:rPr>
              <a:t>tôn</a:t>
            </a:r>
            <a:r>
              <a:rPr lang="en-US" sz="2800" dirty="0">
                <a:solidFill>
                  <a:schemeClr val="dk1"/>
                </a:solidFill>
                <a:latin typeface="Calibri" panose="020F0502020204030204"/>
                <a:ea typeface="Calibri" panose="020F0502020204030204"/>
                <a:cs typeface="Calibri" panose="020F0502020204030204"/>
                <a:sym typeface="Calibri" panose="020F0502020204030204"/>
              </a:rPr>
              <a:t> </a:t>
            </a:r>
            <a:r>
              <a:rPr lang="en-US" sz="2800" dirty="0" err="1">
                <a:solidFill>
                  <a:schemeClr val="dk1"/>
                </a:solidFill>
                <a:latin typeface="Calibri" panose="020F0502020204030204"/>
                <a:ea typeface="Calibri" panose="020F0502020204030204"/>
                <a:cs typeface="Calibri" panose="020F0502020204030204"/>
                <a:sym typeface="Calibri" panose="020F0502020204030204"/>
              </a:rPr>
              <a:t>lên</a:t>
            </a:r>
            <a:r>
              <a:rPr lang="en-US" sz="2800" dirty="0">
                <a:solidFill>
                  <a:schemeClr val="dk1"/>
                </a:solidFill>
                <a:latin typeface="Calibri" panose="020F0502020204030204"/>
                <a:ea typeface="Calibri" panose="020F0502020204030204"/>
                <a:cs typeface="Calibri" panose="020F0502020204030204"/>
                <a:sym typeface="Calibri" panose="020F0502020204030204"/>
              </a:rPr>
              <a:t> </a:t>
            </a:r>
            <a:r>
              <a:rPr lang="en-US" sz="2800" dirty="0" err="1">
                <a:solidFill>
                  <a:schemeClr val="dk1"/>
                </a:solidFill>
                <a:latin typeface="Calibri" panose="020F0502020204030204"/>
                <a:ea typeface="Calibri" panose="020F0502020204030204"/>
                <a:cs typeface="Calibri" panose="020F0502020204030204"/>
                <a:sym typeface="Calibri" panose="020F0502020204030204"/>
              </a:rPr>
              <a:t>nét</a:t>
            </a:r>
            <a:r>
              <a:rPr lang="en-US" sz="2800" dirty="0">
                <a:solidFill>
                  <a:schemeClr val="dk1"/>
                </a:solidFill>
                <a:latin typeface="Calibri" panose="020F0502020204030204"/>
                <a:ea typeface="Calibri" panose="020F0502020204030204"/>
                <a:cs typeface="Calibri" panose="020F0502020204030204"/>
                <a:sym typeface="Calibri" panose="020F0502020204030204"/>
              </a:rPr>
              <a:t> </a:t>
            </a:r>
            <a:r>
              <a:rPr lang="en-US" sz="2800" dirty="0" err="1">
                <a:solidFill>
                  <a:schemeClr val="dk1"/>
                </a:solidFill>
                <a:latin typeface="Calibri" panose="020F0502020204030204"/>
                <a:ea typeface="Calibri" panose="020F0502020204030204"/>
                <a:cs typeface="Calibri" panose="020F0502020204030204"/>
                <a:sym typeface="Calibri" panose="020F0502020204030204"/>
              </a:rPr>
              <a:t>độc</a:t>
            </a:r>
            <a:r>
              <a:rPr lang="en-US" sz="2800" dirty="0">
                <a:solidFill>
                  <a:schemeClr val="dk1"/>
                </a:solidFill>
                <a:latin typeface="Calibri" panose="020F0502020204030204"/>
                <a:ea typeface="Calibri" panose="020F0502020204030204"/>
                <a:cs typeface="Calibri" panose="020F0502020204030204"/>
                <a:sym typeface="Calibri" panose="020F0502020204030204"/>
              </a:rPr>
              <a:t> </a:t>
            </a:r>
            <a:r>
              <a:rPr lang="en-US" sz="2800" dirty="0" err="1">
                <a:solidFill>
                  <a:schemeClr val="dk1"/>
                </a:solidFill>
                <a:latin typeface="Calibri" panose="020F0502020204030204"/>
                <a:ea typeface="Calibri" panose="020F0502020204030204"/>
                <a:cs typeface="Calibri" panose="020F0502020204030204"/>
                <a:sym typeface="Calibri" panose="020F0502020204030204"/>
              </a:rPr>
              <a:t>đáo</a:t>
            </a:r>
            <a:r>
              <a:rPr lang="en-US" sz="2800" dirty="0">
                <a:solidFill>
                  <a:schemeClr val="dk1"/>
                </a:solidFill>
                <a:latin typeface="Calibri" panose="020F0502020204030204"/>
                <a:ea typeface="Calibri" panose="020F0502020204030204"/>
                <a:cs typeface="Calibri" panose="020F0502020204030204"/>
                <a:sym typeface="Calibri" panose="020F0502020204030204"/>
              </a:rPr>
              <a:t> </a:t>
            </a:r>
            <a:r>
              <a:rPr lang="en-US" sz="2800" dirty="0" err="1">
                <a:solidFill>
                  <a:schemeClr val="dk1"/>
                </a:solidFill>
                <a:latin typeface="Calibri" panose="020F0502020204030204"/>
                <a:ea typeface="Calibri" panose="020F0502020204030204"/>
                <a:cs typeface="Calibri" panose="020F0502020204030204"/>
                <a:sym typeface="Calibri" panose="020F0502020204030204"/>
              </a:rPr>
              <a:t>và</a:t>
            </a:r>
            <a:r>
              <a:rPr lang="en-US" sz="2800" dirty="0">
                <a:solidFill>
                  <a:schemeClr val="dk1"/>
                </a:solidFill>
                <a:latin typeface="Calibri" panose="020F0502020204030204"/>
                <a:ea typeface="Calibri" panose="020F0502020204030204"/>
                <a:cs typeface="Calibri" panose="020F0502020204030204"/>
                <a:sym typeface="Calibri" panose="020F0502020204030204"/>
              </a:rPr>
              <a:t> </a:t>
            </a:r>
            <a:r>
              <a:rPr lang="en-US" sz="2800" dirty="0" err="1">
                <a:solidFill>
                  <a:schemeClr val="dk1"/>
                </a:solidFill>
                <a:latin typeface="Calibri" panose="020F0502020204030204"/>
                <a:ea typeface="Calibri" panose="020F0502020204030204"/>
                <a:cs typeface="Calibri" panose="020F0502020204030204"/>
                <a:sym typeface="Calibri" panose="020F0502020204030204"/>
              </a:rPr>
              <a:t>bắt</a:t>
            </a:r>
            <a:r>
              <a:rPr lang="en-US" sz="2800" dirty="0">
                <a:solidFill>
                  <a:schemeClr val="dk1"/>
                </a:solidFill>
                <a:latin typeface="Calibri" panose="020F0502020204030204"/>
                <a:ea typeface="Calibri" panose="020F0502020204030204"/>
                <a:cs typeface="Calibri" panose="020F0502020204030204"/>
                <a:sym typeface="Calibri" panose="020F0502020204030204"/>
              </a:rPr>
              <a:t> </a:t>
            </a:r>
            <a:r>
              <a:rPr lang="en-US" sz="2800" dirty="0" err="1">
                <a:solidFill>
                  <a:schemeClr val="dk1"/>
                </a:solidFill>
                <a:latin typeface="Calibri" panose="020F0502020204030204"/>
                <a:ea typeface="Calibri" panose="020F0502020204030204"/>
                <a:cs typeface="Calibri" panose="020F0502020204030204"/>
                <a:sym typeface="Calibri" panose="020F0502020204030204"/>
              </a:rPr>
              <a:t>mắt</a:t>
            </a:r>
            <a:r>
              <a:rPr lang="en-US" sz="2800" dirty="0">
                <a:solidFill>
                  <a:schemeClr val="dk1"/>
                </a:solidFill>
                <a:latin typeface="Calibri" panose="020F0502020204030204"/>
                <a:ea typeface="Calibri" panose="020F0502020204030204"/>
                <a:cs typeface="Calibri" panose="020F0502020204030204"/>
                <a:sym typeface="Calibri" panose="020F0502020204030204"/>
              </a:rPr>
              <a:t> </a:t>
            </a:r>
            <a:r>
              <a:rPr lang="en-US" sz="2800" dirty="0" err="1">
                <a:solidFill>
                  <a:schemeClr val="dk1"/>
                </a:solidFill>
                <a:latin typeface="Calibri" panose="020F0502020204030204"/>
                <a:ea typeface="Calibri" panose="020F0502020204030204"/>
                <a:cs typeface="Calibri" panose="020F0502020204030204"/>
                <a:sym typeface="Calibri" panose="020F0502020204030204"/>
              </a:rPr>
              <a:t>của</a:t>
            </a:r>
            <a:r>
              <a:rPr lang="en-US" sz="2800" dirty="0">
                <a:solidFill>
                  <a:schemeClr val="dk1"/>
                </a:solidFill>
                <a:latin typeface="Calibri" panose="020F0502020204030204"/>
                <a:ea typeface="Calibri" panose="020F0502020204030204"/>
                <a:cs typeface="Calibri" panose="020F0502020204030204"/>
                <a:sym typeface="Calibri" panose="020F0502020204030204"/>
              </a:rPr>
              <a:t> </a:t>
            </a:r>
            <a:r>
              <a:rPr lang="en-US" sz="2800" dirty="0" err="1">
                <a:solidFill>
                  <a:schemeClr val="dk1"/>
                </a:solidFill>
                <a:latin typeface="Calibri" panose="020F0502020204030204"/>
                <a:ea typeface="Calibri" panose="020F0502020204030204"/>
                <a:cs typeface="Calibri" panose="020F0502020204030204"/>
                <a:sym typeface="Calibri" panose="020F0502020204030204"/>
              </a:rPr>
              <a:t>trang</a:t>
            </a:r>
            <a:r>
              <a:rPr lang="en-US" sz="2800" dirty="0">
                <a:solidFill>
                  <a:schemeClr val="dk1"/>
                </a:solidFill>
                <a:latin typeface="Calibri" panose="020F0502020204030204"/>
                <a:ea typeface="Calibri" panose="020F0502020204030204"/>
                <a:cs typeface="Calibri" panose="020F0502020204030204"/>
                <a:sym typeface="Calibri" panose="020F0502020204030204"/>
              </a:rPr>
              <a:t> web.</a:t>
            </a:r>
          </a:p>
        </p:txBody>
      </p:sp>
      <p:sp>
        <p:nvSpPr>
          <p:cNvPr id="78" name="Google Shape;78;p4"/>
          <p:cNvSpPr txBox="1">
            <a:spLocks noGrp="1"/>
          </p:cNvSpPr>
          <p:nvPr>
            <p:ph type="title"/>
          </p:nvPr>
        </p:nvSpPr>
        <p:spPr>
          <a:xfrm>
            <a:off x="406400" y="254849"/>
            <a:ext cx="11379200" cy="613833"/>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2"/>
              </a:buClr>
              <a:buSzPts val="2800"/>
              <a:buFont typeface="Quattrocento Sans" panose="020B0502050000020003"/>
              <a:buNone/>
            </a:pPr>
            <a:r>
              <a:rPr lang="en-US" dirty="0"/>
              <a:t>2 </a:t>
            </a:r>
            <a:r>
              <a:rPr lang="en-US" dirty="0" err="1"/>
              <a:t>Tính thẩm mỹ trong thiết kế web</a:t>
            </a:r>
            <a:endParaRPr dirty="0"/>
          </a:p>
        </p:txBody>
      </p:sp>
      <p:pic>
        <p:nvPicPr>
          <p:cNvPr id="4" name="Picture 3"/>
          <p:cNvPicPr>
            <a:picLocks noChangeAspect="1"/>
          </p:cNvPicPr>
          <p:nvPr/>
        </p:nvPicPr>
        <p:blipFill>
          <a:blip r:embed="rId3"/>
          <a:stretch>
            <a:fillRect/>
          </a:stretch>
        </p:blipFill>
        <p:spPr>
          <a:xfrm>
            <a:off x="6116140" y="1366876"/>
            <a:ext cx="5760806" cy="4687364"/>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75"/>
        <p:cNvGrpSpPr/>
        <p:nvPr/>
      </p:nvGrpSpPr>
      <p:grpSpPr>
        <a:xfrm>
          <a:off x="0" y="0"/>
          <a:ext cx="0" cy="0"/>
          <a:chOff x="0" y="0"/>
          <a:chExt cx="0" cy="0"/>
        </a:xfrm>
      </p:grpSpPr>
      <p:sp>
        <p:nvSpPr>
          <p:cNvPr id="77" name="Google Shape;77;p4"/>
          <p:cNvSpPr txBox="1"/>
          <p:nvPr/>
        </p:nvSpPr>
        <p:spPr>
          <a:xfrm>
            <a:off x="457201" y="1066800"/>
            <a:ext cx="4426772" cy="4358076"/>
          </a:xfrm>
          <a:prstGeom prst="rect">
            <a:avLst/>
          </a:prstGeom>
          <a:noFill/>
          <a:ln>
            <a:noFill/>
          </a:ln>
        </p:spPr>
        <p:txBody>
          <a:bodyPr spcFirstLastPara="1" wrap="square" lIns="91425" tIns="45700" rIns="91425" bIns="45700" anchor="t" anchorCtr="0">
            <a:spAutoFit/>
          </a:bodyPr>
          <a:lstStyle/>
          <a:p>
            <a:pPr marL="0" lvl="0" indent="0">
              <a:lnSpc>
                <a:spcPct val="110000"/>
              </a:lnSpc>
              <a:buClr>
                <a:schemeClr val="accent1"/>
              </a:buClr>
              <a:buSzPts val="2800"/>
              <a:buFont typeface="Noto Sans Symbols"/>
              <a:buNone/>
            </a:pPr>
            <a:r>
              <a:rPr lang="en-US" sz="2800" b="1" dirty="0">
                <a:solidFill>
                  <a:schemeClr val="dk1"/>
                </a:solidFill>
                <a:latin typeface="Calibri" panose="020F0502020204030204"/>
                <a:ea typeface="Calibri" panose="020F0502020204030204"/>
                <a:cs typeface="Calibri" panose="020F0502020204030204"/>
                <a:sym typeface="Calibri" panose="020F0502020204030204"/>
              </a:rPr>
              <a:t>2.2. </a:t>
            </a:r>
            <a:r>
              <a:rPr lang="en-US" sz="2800" b="1" dirty="0" err="1">
                <a:solidFill>
                  <a:schemeClr val="dk1"/>
                </a:solidFill>
                <a:latin typeface="Calibri" panose="020F0502020204030204"/>
                <a:ea typeface="Calibri" panose="020F0502020204030204"/>
                <a:cs typeface="Calibri" panose="020F0502020204030204"/>
                <a:sym typeface="Calibri" panose="020F0502020204030204"/>
              </a:rPr>
              <a:t>Độ</a:t>
            </a:r>
            <a:r>
              <a:rPr lang="en-US" sz="2800" b="1" dirty="0">
                <a:solidFill>
                  <a:schemeClr val="dk1"/>
                </a:solidFill>
                <a:latin typeface="Calibri" panose="020F0502020204030204"/>
                <a:ea typeface="Calibri" panose="020F0502020204030204"/>
                <a:cs typeface="Calibri" panose="020F0502020204030204"/>
                <a:sym typeface="Calibri" panose="020F0502020204030204"/>
              </a:rPr>
              <a:t> </a:t>
            </a:r>
            <a:r>
              <a:rPr lang="en-US" sz="2800" b="1" dirty="0" err="1">
                <a:solidFill>
                  <a:schemeClr val="dk1"/>
                </a:solidFill>
                <a:latin typeface="Calibri" panose="020F0502020204030204"/>
                <a:ea typeface="Calibri" panose="020F0502020204030204"/>
                <a:cs typeface="Calibri" panose="020F0502020204030204"/>
                <a:sym typeface="Calibri" panose="020F0502020204030204"/>
              </a:rPr>
              <a:t>tương</a:t>
            </a:r>
            <a:r>
              <a:rPr lang="en-US" sz="2800" b="1" dirty="0">
                <a:solidFill>
                  <a:schemeClr val="dk1"/>
                </a:solidFill>
                <a:latin typeface="Calibri" panose="020F0502020204030204"/>
                <a:ea typeface="Calibri" panose="020F0502020204030204"/>
                <a:cs typeface="Calibri" panose="020F0502020204030204"/>
                <a:sym typeface="Calibri" panose="020F0502020204030204"/>
              </a:rPr>
              <a:t> </a:t>
            </a:r>
            <a:r>
              <a:rPr lang="en-US" sz="2800" b="1" dirty="0" err="1">
                <a:solidFill>
                  <a:schemeClr val="dk1"/>
                </a:solidFill>
                <a:latin typeface="Calibri" panose="020F0502020204030204"/>
                <a:ea typeface="Calibri" panose="020F0502020204030204"/>
                <a:cs typeface="Calibri" panose="020F0502020204030204"/>
                <a:sym typeface="Calibri" panose="020F0502020204030204"/>
              </a:rPr>
              <a:t>phản</a:t>
            </a:r>
            <a:r>
              <a:rPr lang="en-US" sz="2800" b="1" dirty="0">
                <a:solidFill>
                  <a:schemeClr val="dk1"/>
                </a:solidFill>
                <a:latin typeface="Calibri" panose="020F0502020204030204"/>
                <a:ea typeface="Calibri" panose="020F0502020204030204"/>
                <a:cs typeface="Calibri" panose="020F0502020204030204"/>
                <a:sym typeface="Calibri" panose="020F0502020204030204"/>
              </a:rPr>
              <a:t>:</a:t>
            </a:r>
            <a:r>
              <a:rPr lang="en-US" sz="2800" dirty="0">
                <a:solidFill>
                  <a:schemeClr val="dk1"/>
                </a:solidFill>
                <a:latin typeface="Calibri" panose="020F0502020204030204"/>
                <a:ea typeface="Calibri" panose="020F0502020204030204"/>
                <a:cs typeface="Calibri" panose="020F0502020204030204"/>
                <a:sym typeface="Calibri" panose="020F0502020204030204"/>
              </a:rPr>
              <a:t> </a:t>
            </a:r>
          </a:p>
          <a:p>
            <a:pPr marL="457200" lvl="0" indent="-457200">
              <a:lnSpc>
                <a:spcPct val="110000"/>
              </a:lnSpc>
              <a:buClr>
                <a:schemeClr val="accent1"/>
              </a:buClr>
              <a:buSzPts val="2800"/>
              <a:buFontTx/>
              <a:buChar char="-"/>
            </a:pPr>
            <a:r>
              <a:rPr lang="en-US" sz="2800" dirty="0" err="1">
                <a:solidFill>
                  <a:schemeClr val="dk1"/>
                </a:solidFill>
                <a:latin typeface="Calibri" panose="020F0502020204030204"/>
                <a:ea typeface="Calibri" panose="020F0502020204030204"/>
                <a:cs typeface="Calibri" panose="020F0502020204030204"/>
                <a:sym typeface="Calibri" panose="020F0502020204030204"/>
              </a:rPr>
              <a:t>Tương</a:t>
            </a:r>
            <a:r>
              <a:rPr lang="en-US" sz="2800" dirty="0">
                <a:solidFill>
                  <a:schemeClr val="dk1"/>
                </a:solidFill>
                <a:latin typeface="Calibri" panose="020F0502020204030204"/>
                <a:ea typeface="Calibri" panose="020F0502020204030204"/>
                <a:cs typeface="Calibri" panose="020F0502020204030204"/>
                <a:sym typeface="Calibri" panose="020F0502020204030204"/>
              </a:rPr>
              <a:t> </a:t>
            </a:r>
            <a:r>
              <a:rPr lang="en-US" sz="2800" dirty="0" err="1">
                <a:solidFill>
                  <a:schemeClr val="dk1"/>
                </a:solidFill>
                <a:latin typeface="Calibri" panose="020F0502020204030204"/>
                <a:ea typeface="Calibri" panose="020F0502020204030204"/>
                <a:cs typeface="Calibri" panose="020F0502020204030204"/>
                <a:sym typeface="Calibri" panose="020F0502020204030204"/>
              </a:rPr>
              <a:t>phản</a:t>
            </a:r>
            <a:r>
              <a:rPr lang="en-US" sz="2800" dirty="0">
                <a:solidFill>
                  <a:schemeClr val="dk1"/>
                </a:solidFill>
                <a:latin typeface="Calibri" panose="020F0502020204030204"/>
                <a:ea typeface="Calibri" panose="020F0502020204030204"/>
                <a:cs typeface="Calibri" panose="020F0502020204030204"/>
                <a:sym typeface="Calibri" panose="020F0502020204030204"/>
              </a:rPr>
              <a:t> </a:t>
            </a:r>
            <a:r>
              <a:rPr lang="en-US" sz="2800" dirty="0" err="1">
                <a:solidFill>
                  <a:schemeClr val="dk1"/>
                </a:solidFill>
                <a:latin typeface="Calibri" panose="020F0502020204030204"/>
                <a:ea typeface="Calibri" panose="020F0502020204030204"/>
                <a:cs typeface="Calibri" panose="020F0502020204030204"/>
                <a:sym typeface="Calibri" panose="020F0502020204030204"/>
              </a:rPr>
              <a:t>giữa</a:t>
            </a:r>
            <a:r>
              <a:rPr lang="en-US" sz="2800" dirty="0">
                <a:solidFill>
                  <a:schemeClr val="dk1"/>
                </a:solidFill>
                <a:latin typeface="Calibri" panose="020F0502020204030204"/>
                <a:ea typeface="Calibri" panose="020F0502020204030204"/>
                <a:cs typeface="Calibri" panose="020F0502020204030204"/>
                <a:sym typeface="Calibri" panose="020F0502020204030204"/>
              </a:rPr>
              <a:t> </a:t>
            </a:r>
            <a:r>
              <a:rPr lang="en-US" sz="2800" dirty="0" err="1">
                <a:solidFill>
                  <a:schemeClr val="dk1"/>
                </a:solidFill>
                <a:latin typeface="Calibri" panose="020F0502020204030204"/>
                <a:ea typeface="Calibri" panose="020F0502020204030204"/>
                <a:cs typeface="Calibri" panose="020F0502020204030204"/>
                <a:sym typeface="Calibri" panose="020F0502020204030204"/>
              </a:rPr>
              <a:t>các</a:t>
            </a:r>
            <a:r>
              <a:rPr lang="en-US" sz="2800" dirty="0">
                <a:solidFill>
                  <a:schemeClr val="dk1"/>
                </a:solidFill>
                <a:latin typeface="Calibri" panose="020F0502020204030204"/>
                <a:ea typeface="Calibri" panose="020F0502020204030204"/>
                <a:cs typeface="Calibri" panose="020F0502020204030204"/>
                <a:sym typeface="Calibri" panose="020F0502020204030204"/>
              </a:rPr>
              <a:t> </a:t>
            </a:r>
            <a:r>
              <a:rPr lang="en-US" sz="2800" dirty="0" err="1">
                <a:solidFill>
                  <a:schemeClr val="dk1"/>
                </a:solidFill>
                <a:latin typeface="Calibri" panose="020F0502020204030204"/>
                <a:ea typeface="Calibri" panose="020F0502020204030204"/>
                <a:cs typeface="Calibri" panose="020F0502020204030204"/>
                <a:sym typeface="Calibri" panose="020F0502020204030204"/>
              </a:rPr>
              <a:t>yếu</a:t>
            </a:r>
            <a:r>
              <a:rPr lang="en-US" sz="2800" dirty="0">
                <a:solidFill>
                  <a:schemeClr val="dk1"/>
                </a:solidFill>
                <a:latin typeface="Calibri" panose="020F0502020204030204"/>
                <a:ea typeface="Calibri" panose="020F0502020204030204"/>
                <a:cs typeface="Calibri" panose="020F0502020204030204"/>
                <a:sym typeface="Calibri" panose="020F0502020204030204"/>
              </a:rPr>
              <a:t> </a:t>
            </a:r>
            <a:r>
              <a:rPr lang="en-US" sz="2800" dirty="0" err="1">
                <a:solidFill>
                  <a:schemeClr val="dk1"/>
                </a:solidFill>
                <a:latin typeface="Calibri" panose="020F0502020204030204"/>
                <a:ea typeface="Calibri" panose="020F0502020204030204"/>
                <a:cs typeface="Calibri" panose="020F0502020204030204"/>
                <a:sym typeface="Calibri" panose="020F0502020204030204"/>
              </a:rPr>
              <a:t>tố</a:t>
            </a:r>
            <a:r>
              <a:rPr lang="en-US" sz="2800" dirty="0">
                <a:solidFill>
                  <a:schemeClr val="dk1"/>
                </a:solidFill>
                <a:latin typeface="Calibri" panose="020F0502020204030204"/>
                <a:ea typeface="Calibri" panose="020F0502020204030204"/>
                <a:cs typeface="Calibri" panose="020F0502020204030204"/>
                <a:sym typeface="Calibri" panose="020F0502020204030204"/>
              </a:rPr>
              <a:t> </a:t>
            </a:r>
            <a:r>
              <a:rPr lang="en-US" sz="2800" dirty="0" err="1">
                <a:solidFill>
                  <a:schemeClr val="dk1"/>
                </a:solidFill>
                <a:latin typeface="Calibri" panose="020F0502020204030204"/>
                <a:ea typeface="Calibri" panose="020F0502020204030204"/>
                <a:cs typeface="Calibri" panose="020F0502020204030204"/>
                <a:sym typeface="Calibri" panose="020F0502020204030204"/>
              </a:rPr>
              <a:t>trên</a:t>
            </a:r>
            <a:r>
              <a:rPr lang="en-US" sz="2800" dirty="0">
                <a:solidFill>
                  <a:schemeClr val="dk1"/>
                </a:solidFill>
                <a:latin typeface="Calibri" panose="020F0502020204030204"/>
                <a:ea typeface="Calibri" panose="020F0502020204030204"/>
                <a:cs typeface="Calibri" panose="020F0502020204030204"/>
                <a:sym typeface="Calibri" panose="020F0502020204030204"/>
              </a:rPr>
              <a:t> </a:t>
            </a:r>
            <a:r>
              <a:rPr lang="en-US" sz="2800" dirty="0" err="1">
                <a:solidFill>
                  <a:schemeClr val="dk1"/>
                </a:solidFill>
                <a:latin typeface="Calibri" panose="020F0502020204030204"/>
                <a:ea typeface="Calibri" panose="020F0502020204030204"/>
                <a:cs typeface="Calibri" panose="020F0502020204030204"/>
                <a:sym typeface="Calibri" panose="020F0502020204030204"/>
              </a:rPr>
              <a:t>trang</a:t>
            </a:r>
            <a:r>
              <a:rPr lang="en-US" sz="2800" dirty="0">
                <a:solidFill>
                  <a:schemeClr val="dk1"/>
                </a:solidFill>
                <a:latin typeface="Calibri" panose="020F0502020204030204"/>
                <a:ea typeface="Calibri" panose="020F0502020204030204"/>
                <a:cs typeface="Calibri" panose="020F0502020204030204"/>
                <a:sym typeface="Calibri" panose="020F0502020204030204"/>
              </a:rPr>
              <a:t> web (</a:t>
            </a:r>
            <a:r>
              <a:rPr lang="en-US" sz="2800" dirty="0" err="1">
                <a:solidFill>
                  <a:schemeClr val="dk1"/>
                </a:solidFill>
                <a:latin typeface="Calibri" panose="020F0502020204030204"/>
                <a:ea typeface="Calibri" panose="020F0502020204030204"/>
                <a:cs typeface="Calibri" panose="020F0502020204030204"/>
                <a:sym typeface="Calibri" panose="020F0502020204030204"/>
              </a:rPr>
              <a:t>như</a:t>
            </a:r>
            <a:r>
              <a:rPr lang="en-US" sz="2800" dirty="0">
                <a:solidFill>
                  <a:schemeClr val="dk1"/>
                </a:solidFill>
                <a:latin typeface="Calibri" panose="020F0502020204030204"/>
                <a:ea typeface="Calibri" panose="020F0502020204030204"/>
                <a:cs typeface="Calibri" panose="020F0502020204030204"/>
                <a:sym typeface="Calibri" panose="020F0502020204030204"/>
              </a:rPr>
              <a:t> </a:t>
            </a:r>
            <a:r>
              <a:rPr lang="en-US" sz="2800" dirty="0" err="1">
                <a:solidFill>
                  <a:schemeClr val="dk1"/>
                </a:solidFill>
                <a:latin typeface="Calibri" panose="020F0502020204030204"/>
                <a:ea typeface="Calibri" panose="020F0502020204030204"/>
                <a:cs typeface="Calibri" panose="020F0502020204030204"/>
                <a:sym typeface="Calibri" panose="020F0502020204030204"/>
              </a:rPr>
              <a:t>màu</a:t>
            </a:r>
            <a:r>
              <a:rPr lang="en-US" sz="2800" dirty="0">
                <a:solidFill>
                  <a:schemeClr val="dk1"/>
                </a:solidFill>
                <a:latin typeface="Calibri" panose="020F0502020204030204"/>
                <a:ea typeface="Calibri" panose="020F0502020204030204"/>
                <a:cs typeface="Calibri" panose="020F0502020204030204"/>
                <a:sym typeface="Calibri" panose="020F0502020204030204"/>
              </a:rPr>
              <a:t>, </a:t>
            </a:r>
            <a:r>
              <a:rPr lang="en-US" sz="2800" dirty="0" err="1">
                <a:solidFill>
                  <a:schemeClr val="dk1"/>
                </a:solidFill>
                <a:latin typeface="Calibri" panose="020F0502020204030204"/>
                <a:ea typeface="Calibri" panose="020F0502020204030204"/>
                <a:cs typeface="Calibri" panose="020F0502020204030204"/>
                <a:sym typeface="Calibri" panose="020F0502020204030204"/>
              </a:rPr>
              <a:t>độ</a:t>
            </a:r>
            <a:r>
              <a:rPr lang="en-US" sz="2800" dirty="0">
                <a:solidFill>
                  <a:schemeClr val="dk1"/>
                </a:solidFill>
                <a:latin typeface="Calibri" panose="020F0502020204030204"/>
                <a:ea typeface="Calibri" panose="020F0502020204030204"/>
                <a:cs typeface="Calibri" panose="020F0502020204030204"/>
                <a:sym typeface="Calibri" panose="020F0502020204030204"/>
              </a:rPr>
              <a:t> </a:t>
            </a:r>
            <a:r>
              <a:rPr lang="en-US" sz="2800" dirty="0" err="1">
                <a:solidFill>
                  <a:schemeClr val="dk1"/>
                </a:solidFill>
                <a:latin typeface="Calibri" panose="020F0502020204030204"/>
                <a:ea typeface="Calibri" panose="020F0502020204030204"/>
                <a:cs typeface="Calibri" panose="020F0502020204030204"/>
                <a:sym typeface="Calibri" panose="020F0502020204030204"/>
              </a:rPr>
              <a:t>sáng</a:t>
            </a:r>
            <a:r>
              <a:rPr lang="en-US" sz="2800" dirty="0">
                <a:solidFill>
                  <a:schemeClr val="dk1"/>
                </a:solidFill>
                <a:latin typeface="Calibri" panose="020F0502020204030204"/>
                <a:ea typeface="Calibri" panose="020F0502020204030204"/>
                <a:cs typeface="Calibri" panose="020F0502020204030204"/>
                <a:sym typeface="Calibri" panose="020F0502020204030204"/>
              </a:rPr>
              <a:t> </a:t>
            </a:r>
            <a:r>
              <a:rPr lang="en-US" sz="2800" dirty="0" err="1">
                <a:solidFill>
                  <a:schemeClr val="dk1"/>
                </a:solidFill>
                <a:latin typeface="Calibri" panose="020F0502020204030204"/>
                <a:ea typeface="Calibri" panose="020F0502020204030204"/>
                <a:cs typeface="Calibri" panose="020F0502020204030204"/>
                <a:sym typeface="Calibri" panose="020F0502020204030204"/>
              </a:rPr>
              <a:t>và</a:t>
            </a:r>
            <a:r>
              <a:rPr lang="en-US" sz="2800" dirty="0">
                <a:solidFill>
                  <a:schemeClr val="dk1"/>
                </a:solidFill>
                <a:latin typeface="Calibri" panose="020F0502020204030204"/>
                <a:ea typeface="Calibri" panose="020F0502020204030204"/>
                <a:cs typeface="Calibri" panose="020F0502020204030204"/>
                <a:sym typeface="Calibri" panose="020F0502020204030204"/>
              </a:rPr>
              <a:t> </a:t>
            </a:r>
            <a:r>
              <a:rPr lang="en-US" sz="2800" dirty="0" err="1">
                <a:solidFill>
                  <a:schemeClr val="dk1"/>
                </a:solidFill>
                <a:latin typeface="Calibri" panose="020F0502020204030204"/>
                <a:ea typeface="Calibri" panose="020F0502020204030204"/>
                <a:cs typeface="Calibri" panose="020F0502020204030204"/>
                <a:sym typeface="Calibri" panose="020F0502020204030204"/>
              </a:rPr>
              <a:t>kích</a:t>
            </a:r>
            <a:r>
              <a:rPr lang="en-US" sz="2800" dirty="0">
                <a:solidFill>
                  <a:schemeClr val="dk1"/>
                </a:solidFill>
                <a:latin typeface="Calibri" panose="020F0502020204030204"/>
                <a:ea typeface="Calibri" panose="020F0502020204030204"/>
                <a:cs typeface="Calibri" panose="020F0502020204030204"/>
                <a:sym typeface="Calibri" panose="020F0502020204030204"/>
              </a:rPr>
              <a:t> </a:t>
            </a:r>
            <a:r>
              <a:rPr lang="en-US" sz="2800" dirty="0" err="1">
                <a:solidFill>
                  <a:schemeClr val="dk1"/>
                </a:solidFill>
                <a:latin typeface="Calibri" panose="020F0502020204030204"/>
                <a:ea typeface="Calibri" panose="020F0502020204030204"/>
                <a:cs typeface="Calibri" panose="020F0502020204030204"/>
                <a:sym typeface="Calibri" panose="020F0502020204030204"/>
              </a:rPr>
              <a:t>thước</a:t>
            </a:r>
            <a:r>
              <a:rPr lang="en-US" sz="2800" dirty="0">
                <a:solidFill>
                  <a:schemeClr val="dk1"/>
                </a:solidFill>
                <a:latin typeface="Calibri" panose="020F0502020204030204"/>
                <a:ea typeface="Calibri" panose="020F0502020204030204"/>
                <a:cs typeface="Calibri" panose="020F0502020204030204"/>
                <a:sym typeface="Calibri" panose="020F0502020204030204"/>
              </a:rPr>
              <a:t>) </a:t>
            </a:r>
            <a:r>
              <a:rPr lang="en-US" sz="2800" dirty="0" err="1">
                <a:solidFill>
                  <a:schemeClr val="dk1"/>
                </a:solidFill>
                <a:latin typeface="Calibri" panose="020F0502020204030204"/>
                <a:ea typeface="Calibri" panose="020F0502020204030204"/>
                <a:cs typeface="Calibri" panose="020F0502020204030204"/>
                <a:sym typeface="Calibri" panose="020F0502020204030204"/>
              </a:rPr>
              <a:t>sẽ</a:t>
            </a:r>
            <a:r>
              <a:rPr lang="en-US" sz="2800" dirty="0">
                <a:solidFill>
                  <a:schemeClr val="dk1"/>
                </a:solidFill>
                <a:latin typeface="Calibri" panose="020F0502020204030204"/>
                <a:ea typeface="Calibri" panose="020F0502020204030204"/>
                <a:cs typeface="Calibri" panose="020F0502020204030204"/>
                <a:sym typeface="Calibri" panose="020F0502020204030204"/>
              </a:rPr>
              <a:t> </a:t>
            </a:r>
            <a:r>
              <a:rPr lang="en-US" sz="2800" dirty="0" err="1">
                <a:solidFill>
                  <a:schemeClr val="dk1"/>
                </a:solidFill>
                <a:latin typeface="Calibri" panose="020F0502020204030204"/>
                <a:ea typeface="Calibri" panose="020F0502020204030204"/>
                <a:cs typeface="Calibri" panose="020F0502020204030204"/>
                <a:sym typeface="Calibri" panose="020F0502020204030204"/>
              </a:rPr>
              <a:t>giúp</a:t>
            </a:r>
            <a:r>
              <a:rPr lang="en-US" sz="2800" dirty="0">
                <a:solidFill>
                  <a:schemeClr val="dk1"/>
                </a:solidFill>
                <a:latin typeface="Calibri" panose="020F0502020204030204"/>
                <a:ea typeface="Calibri" panose="020F0502020204030204"/>
                <a:cs typeface="Calibri" panose="020F0502020204030204"/>
                <a:sym typeface="Calibri" panose="020F0502020204030204"/>
              </a:rPr>
              <a:t> </a:t>
            </a:r>
            <a:r>
              <a:rPr lang="en-US" sz="2800" dirty="0" err="1">
                <a:solidFill>
                  <a:schemeClr val="dk1"/>
                </a:solidFill>
                <a:latin typeface="Calibri" panose="020F0502020204030204"/>
                <a:ea typeface="Calibri" panose="020F0502020204030204"/>
                <a:cs typeface="Calibri" panose="020F0502020204030204"/>
                <a:sym typeface="Calibri" panose="020F0502020204030204"/>
              </a:rPr>
              <a:t>các</a:t>
            </a:r>
            <a:r>
              <a:rPr lang="en-US" sz="2800" dirty="0">
                <a:solidFill>
                  <a:schemeClr val="dk1"/>
                </a:solidFill>
                <a:latin typeface="Calibri" panose="020F0502020204030204"/>
                <a:ea typeface="Calibri" panose="020F0502020204030204"/>
                <a:cs typeface="Calibri" panose="020F0502020204030204"/>
                <a:sym typeface="Calibri" panose="020F0502020204030204"/>
              </a:rPr>
              <a:t> </a:t>
            </a:r>
            <a:r>
              <a:rPr lang="en-US" sz="2800" dirty="0" err="1">
                <a:solidFill>
                  <a:schemeClr val="dk1"/>
                </a:solidFill>
                <a:latin typeface="Calibri" panose="020F0502020204030204"/>
                <a:ea typeface="Calibri" panose="020F0502020204030204"/>
                <a:cs typeface="Calibri" panose="020F0502020204030204"/>
                <a:sym typeface="Calibri" panose="020F0502020204030204"/>
              </a:rPr>
              <a:t>yếu</a:t>
            </a:r>
            <a:r>
              <a:rPr lang="en-US" sz="2800" dirty="0">
                <a:solidFill>
                  <a:schemeClr val="dk1"/>
                </a:solidFill>
                <a:latin typeface="Calibri" panose="020F0502020204030204"/>
                <a:ea typeface="Calibri" panose="020F0502020204030204"/>
                <a:cs typeface="Calibri" panose="020F0502020204030204"/>
                <a:sym typeface="Calibri" panose="020F0502020204030204"/>
              </a:rPr>
              <a:t> </a:t>
            </a:r>
            <a:r>
              <a:rPr lang="en-US" sz="2800" dirty="0" err="1">
                <a:solidFill>
                  <a:schemeClr val="dk1"/>
                </a:solidFill>
                <a:latin typeface="Calibri" panose="020F0502020204030204"/>
                <a:ea typeface="Calibri" panose="020F0502020204030204"/>
                <a:cs typeface="Calibri" panose="020F0502020204030204"/>
                <a:sym typeface="Calibri" panose="020F0502020204030204"/>
              </a:rPr>
              <a:t>tố</a:t>
            </a:r>
            <a:r>
              <a:rPr lang="en-US" sz="2800" dirty="0">
                <a:solidFill>
                  <a:schemeClr val="dk1"/>
                </a:solidFill>
                <a:latin typeface="Calibri" panose="020F0502020204030204"/>
                <a:ea typeface="Calibri" panose="020F0502020204030204"/>
                <a:cs typeface="Calibri" panose="020F0502020204030204"/>
                <a:sym typeface="Calibri" panose="020F0502020204030204"/>
              </a:rPr>
              <a:t> </a:t>
            </a:r>
            <a:r>
              <a:rPr lang="en-US" sz="2800" dirty="0" err="1">
                <a:solidFill>
                  <a:schemeClr val="dk1"/>
                </a:solidFill>
                <a:latin typeface="Calibri" panose="020F0502020204030204"/>
                <a:ea typeface="Calibri" panose="020F0502020204030204"/>
                <a:cs typeface="Calibri" panose="020F0502020204030204"/>
                <a:sym typeface="Calibri" panose="020F0502020204030204"/>
              </a:rPr>
              <a:t>đó</a:t>
            </a:r>
            <a:r>
              <a:rPr lang="en-US" sz="2800" dirty="0">
                <a:solidFill>
                  <a:schemeClr val="dk1"/>
                </a:solidFill>
                <a:latin typeface="Calibri" panose="020F0502020204030204"/>
                <a:ea typeface="Calibri" panose="020F0502020204030204"/>
                <a:cs typeface="Calibri" panose="020F0502020204030204"/>
                <a:sym typeface="Calibri" panose="020F0502020204030204"/>
              </a:rPr>
              <a:t> </a:t>
            </a:r>
            <a:r>
              <a:rPr lang="en-US" sz="2800" dirty="0" err="1">
                <a:solidFill>
                  <a:schemeClr val="dk1"/>
                </a:solidFill>
                <a:latin typeface="Calibri" panose="020F0502020204030204"/>
                <a:ea typeface="Calibri" panose="020F0502020204030204"/>
                <a:cs typeface="Calibri" panose="020F0502020204030204"/>
                <a:sym typeface="Calibri" panose="020F0502020204030204"/>
              </a:rPr>
              <a:t>được</a:t>
            </a:r>
            <a:r>
              <a:rPr lang="en-US" sz="2800" dirty="0">
                <a:solidFill>
                  <a:schemeClr val="dk1"/>
                </a:solidFill>
                <a:latin typeface="Calibri" panose="020F0502020204030204"/>
                <a:ea typeface="Calibri" panose="020F0502020204030204"/>
                <a:cs typeface="Calibri" panose="020F0502020204030204"/>
                <a:sym typeface="Calibri" panose="020F0502020204030204"/>
              </a:rPr>
              <a:t> </a:t>
            </a:r>
            <a:r>
              <a:rPr lang="en-US" sz="2800" dirty="0" err="1">
                <a:solidFill>
                  <a:schemeClr val="dk1"/>
                </a:solidFill>
                <a:latin typeface="Calibri" panose="020F0502020204030204"/>
                <a:ea typeface="Calibri" panose="020F0502020204030204"/>
                <a:cs typeface="Calibri" panose="020F0502020204030204"/>
                <a:sym typeface="Calibri" panose="020F0502020204030204"/>
              </a:rPr>
              <a:t>hiển</a:t>
            </a:r>
            <a:r>
              <a:rPr lang="en-US" sz="2800" dirty="0">
                <a:solidFill>
                  <a:schemeClr val="dk1"/>
                </a:solidFill>
                <a:latin typeface="Calibri" panose="020F0502020204030204"/>
                <a:ea typeface="Calibri" panose="020F0502020204030204"/>
                <a:cs typeface="Calibri" panose="020F0502020204030204"/>
                <a:sym typeface="Calibri" panose="020F0502020204030204"/>
              </a:rPr>
              <a:t> </a:t>
            </a:r>
            <a:r>
              <a:rPr lang="en-US" sz="2800" dirty="0" err="1">
                <a:solidFill>
                  <a:schemeClr val="dk1"/>
                </a:solidFill>
                <a:latin typeface="Calibri" panose="020F0502020204030204"/>
                <a:ea typeface="Calibri" panose="020F0502020204030204"/>
                <a:cs typeface="Calibri" panose="020F0502020204030204"/>
                <a:sym typeface="Calibri" panose="020F0502020204030204"/>
              </a:rPr>
              <a:t>thị</a:t>
            </a:r>
            <a:r>
              <a:rPr lang="en-US" sz="2800" dirty="0">
                <a:solidFill>
                  <a:schemeClr val="dk1"/>
                </a:solidFill>
                <a:latin typeface="Calibri" panose="020F0502020204030204"/>
                <a:ea typeface="Calibri" panose="020F0502020204030204"/>
                <a:cs typeface="Calibri" panose="020F0502020204030204"/>
                <a:sym typeface="Calibri" panose="020F0502020204030204"/>
              </a:rPr>
              <a:t> </a:t>
            </a:r>
            <a:r>
              <a:rPr lang="en-US" sz="2800" dirty="0" err="1">
                <a:solidFill>
                  <a:schemeClr val="dk1"/>
                </a:solidFill>
                <a:latin typeface="Calibri" panose="020F0502020204030204"/>
                <a:ea typeface="Calibri" panose="020F0502020204030204"/>
                <a:cs typeface="Calibri" panose="020F0502020204030204"/>
                <a:sym typeface="Calibri" panose="020F0502020204030204"/>
              </a:rPr>
              <a:t>rõ</a:t>
            </a:r>
            <a:r>
              <a:rPr lang="en-US" sz="2800" dirty="0">
                <a:solidFill>
                  <a:schemeClr val="dk1"/>
                </a:solidFill>
                <a:latin typeface="Calibri" panose="020F0502020204030204"/>
                <a:ea typeface="Calibri" panose="020F0502020204030204"/>
                <a:cs typeface="Calibri" panose="020F0502020204030204"/>
                <a:sym typeface="Calibri" panose="020F0502020204030204"/>
              </a:rPr>
              <a:t> </a:t>
            </a:r>
            <a:r>
              <a:rPr lang="en-US" sz="2800" dirty="0" err="1">
                <a:solidFill>
                  <a:schemeClr val="dk1"/>
                </a:solidFill>
                <a:latin typeface="Calibri" panose="020F0502020204030204"/>
                <a:ea typeface="Calibri" panose="020F0502020204030204"/>
                <a:cs typeface="Calibri" panose="020F0502020204030204"/>
                <a:sym typeface="Calibri" panose="020F0502020204030204"/>
              </a:rPr>
              <a:t>ràng</a:t>
            </a:r>
            <a:r>
              <a:rPr lang="en-US" sz="2800" dirty="0">
                <a:solidFill>
                  <a:schemeClr val="dk1"/>
                </a:solidFill>
                <a:latin typeface="Calibri" panose="020F0502020204030204"/>
                <a:ea typeface="Calibri" panose="020F0502020204030204"/>
                <a:cs typeface="Calibri" panose="020F0502020204030204"/>
                <a:sym typeface="Calibri" panose="020F0502020204030204"/>
              </a:rPr>
              <a:t> </a:t>
            </a:r>
            <a:r>
              <a:rPr lang="en-US" sz="2800" dirty="0" err="1">
                <a:solidFill>
                  <a:schemeClr val="dk1"/>
                </a:solidFill>
                <a:latin typeface="Calibri" panose="020F0502020204030204"/>
                <a:ea typeface="Calibri" panose="020F0502020204030204"/>
                <a:cs typeface="Calibri" panose="020F0502020204030204"/>
                <a:sym typeface="Calibri" panose="020F0502020204030204"/>
              </a:rPr>
              <a:t>và</a:t>
            </a:r>
            <a:r>
              <a:rPr lang="en-US" sz="2800" dirty="0">
                <a:solidFill>
                  <a:schemeClr val="dk1"/>
                </a:solidFill>
                <a:latin typeface="Calibri" panose="020F0502020204030204"/>
                <a:ea typeface="Calibri" panose="020F0502020204030204"/>
                <a:cs typeface="Calibri" panose="020F0502020204030204"/>
                <a:sym typeface="Calibri" panose="020F0502020204030204"/>
              </a:rPr>
              <a:t> </a:t>
            </a:r>
            <a:r>
              <a:rPr lang="en-US" sz="2800" dirty="0" err="1">
                <a:solidFill>
                  <a:schemeClr val="dk1"/>
                </a:solidFill>
                <a:latin typeface="Calibri" panose="020F0502020204030204"/>
                <a:ea typeface="Calibri" panose="020F0502020204030204"/>
                <a:cs typeface="Calibri" panose="020F0502020204030204"/>
                <a:sym typeface="Calibri" panose="020F0502020204030204"/>
              </a:rPr>
              <a:t>dễ</a:t>
            </a:r>
            <a:r>
              <a:rPr lang="en-US" sz="2800" dirty="0">
                <a:solidFill>
                  <a:schemeClr val="dk1"/>
                </a:solidFill>
                <a:latin typeface="Calibri" panose="020F0502020204030204"/>
                <a:ea typeface="Calibri" panose="020F0502020204030204"/>
                <a:cs typeface="Calibri" panose="020F0502020204030204"/>
                <a:sym typeface="Calibri" panose="020F0502020204030204"/>
              </a:rPr>
              <a:t> </a:t>
            </a:r>
            <a:r>
              <a:rPr lang="en-US" sz="2800" dirty="0" err="1">
                <a:solidFill>
                  <a:schemeClr val="dk1"/>
                </a:solidFill>
                <a:latin typeface="Calibri" panose="020F0502020204030204"/>
                <a:ea typeface="Calibri" panose="020F0502020204030204"/>
                <a:cs typeface="Calibri" panose="020F0502020204030204"/>
                <a:sym typeface="Calibri" panose="020F0502020204030204"/>
              </a:rPr>
              <a:t>đọc</a:t>
            </a:r>
            <a:r>
              <a:rPr lang="en-US" sz="2800" dirty="0">
                <a:solidFill>
                  <a:schemeClr val="dk1"/>
                </a:solidFill>
                <a:latin typeface="Calibri" panose="020F0502020204030204"/>
                <a:ea typeface="Calibri" panose="020F0502020204030204"/>
                <a:cs typeface="Calibri" panose="020F0502020204030204"/>
                <a:sym typeface="Calibri" panose="020F0502020204030204"/>
              </a:rPr>
              <a:t>. </a:t>
            </a:r>
          </a:p>
          <a:p>
            <a:pPr marL="457200" lvl="0" indent="-457200">
              <a:lnSpc>
                <a:spcPct val="110000"/>
              </a:lnSpc>
              <a:buClr>
                <a:schemeClr val="accent1"/>
              </a:buClr>
              <a:buSzPts val="2800"/>
              <a:buFontTx/>
              <a:buChar char="-"/>
            </a:pPr>
            <a:r>
              <a:rPr lang="en-US" sz="2800" dirty="0" err="1">
                <a:solidFill>
                  <a:schemeClr val="dk1"/>
                </a:solidFill>
                <a:latin typeface="Calibri" panose="020F0502020204030204"/>
                <a:ea typeface="Calibri" panose="020F0502020204030204"/>
                <a:cs typeface="Calibri" panose="020F0502020204030204"/>
                <a:sym typeface="Calibri" panose="020F0502020204030204"/>
              </a:rPr>
              <a:t>Điều</a:t>
            </a:r>
            <a:r>
              <a:rPr lang="en-US" sz="2800" dirty="0">
                <a:solidFill>
                  <a:schemeClr val="dk1"/>
                </a:solidFill>
                <a:latin typeface="Calibri" panose="020F0502020204030204"/>
                <a:ea typeface="Calibri" panose="020F0502020204030204"/>
                <a:cs typeface="Calibri" panose="020F0502020204030204"/>
                <a:sym typeface="Calibri" panose="020F0502020204030204"/>
              </a:rPr>
              <a:t> </a:t>
            </a:r>
            <a:r>
              <a:rPr lang="en-US" sz="2800" dirty="0" err="1">
                <a:solidFill>
                  <a:schemeClr val="dk1"/>
                </a:solidFill>
                <a:latin typeface="Calibri" panose="020F0502020204030204"/>
                <a:ea typeface="Calibri" panose="020F0502020204030204"/>
                <a:cs typeface="Calibri" panose="020F0502020204030204"/>
                <a:sym typeface="Calibri" panose="020F0502020204030204"/>
              </a:rPr>
              <a:t>này</a:t>
            </a:r>
            <a:r>
              <a:rPr lang="en-US" sz="2800" dirty="0">
                <a:solidFill>
                  <a:schemeClr val="dk1"/>
                </a:solidFill>
                <a:latin typeface="Calibri" panose="020F0502020204030204"/>
                <a:ea typeface="Calibri" panose="020F0502020204030204"/>
                <a:cs typeface="Calibri" panose="020F0502020204030204"/>
                <a:sym typeface="Calibri" panose="020F0502020204030204"/>
              </a:rPr>
              <a:t> </a:t>
            </a:r>
            <a:r>
              <a:rPr lang="en-US" sz="2800" dirty="0" err="1">
                <a:solidFill>
                  <a:schemeClr val="dk1"/>
                </a:solidFill>
                <a:latin typeface="Calibri" panose="020F0502020204030204"/>
                <a:ea typeface="Calibri" panose="020F0502020204030204"/>
                <a:cs typeface="Calibri" panose="020F0502020204030204"/>
                <a:sym typeface="Calibri" panose="020F0502020204030204"/>
              </a:rPr>
              <a:t>sẽ</a:t>
            </a:r>
            <a:r>
              <a:rPr lang="en-US" sz="2800" dirty="0">
                <a:solidFill>
                  <a:schemeClr val="dk1"/>
                </a:solidFill>
                <a:latin typeface="Calibri" panose="020F0502020204030204"/>
                <a:ea typeface="Calibri" panose="020F0502020204030204"/>
                <a:cs typeface="Calibri" panose="020F0502020204030204"/>
                <a:sym typeface="Calibri" panose="020F0502020204030204"/>
              </a:rPr>
              <a:t> </a:t>
            </a:r>
            <a:r>
              <a:rPr lang="en-US" sz="2800" dirty="0" err="1">
                <a:solidFill>
                  <a:schemeClr val="dk1"/>
                </a:solidFill>
                <a:latin typeface="Calibri" panose="020F0502020204030204"/>
                <a:ea typeface="Calibri" panose="020F0502020204030204"/>
                <a:cs typeface="Calibri" panose="020F0502020204030204"/>
                <a:sym typeface="Calibri" panose="020F0502020204030204"/>
              </a:rPr>
              <a:t>giúp</a:t>
            </a:r>
            <a:r>
              <a:rPr lang="en-US" sz="2800" dirty="0">
                <a:solidFill>
                  <a:schemeClr val="dk1"/>
                </a:solidFill>
                <a:latin typeface="Calibri" panose="020F0502020204030204"/>
                <a:ea typeface="Calibri" panose="020F0502020204030204"/>
                <a:cs typeface="Calibri" panose="020F0502020204030204"/>
                <a:sym typeface="Calibri" panose="020F0502020204030204"/>
              </a:rPr>
              <a:t> </a:t>
            </a:r>
            <a:r>
              <a:rPr lang="en-US" sz="2800" dirty="0" err="1">
                <a:solidFill>
                  <a:schemeClr val="dk1"/>
                </a:solidFill>
                <a:latin typeface="Calibri" panose="020F0502020204030204"/>
                <a:ea typeface="Calibri" panose="020F0502020204030204"/>
                <a:cs typeface="Calibri" panose="020F0502020204030204"/>
                <a:sym typeface="Calibri" panose="020F0502020204030204"/>
              </a:rPr>
              <a:t>tăng</a:t>
            </a:r>
            <a:r>
              <a:rPr lang="en-US" sz="2800" dirty="0">
                <a:solidFill>
                  <a:schemeClr val="dk1"/>
                </a:solidFill>
                <a:latin typeface="Calibri" panose="020F0502020204030204"/>
                <a:ea typeface="Calibri" panose="020F0502020204030204"/>
                <a:cs typeface="Calibri" panose="020F0502020204030204"/>
                <a:sym typeface="Calibri" panose="020F0502020204030204"/>
              </a:rPr>
              <a:t> </a:t>
            </a:r>
            <a:r>
              <a:rPr lang="en-US" sz="2800" dirty="0" err="1">
                <a:solidFill>
                  <a:schemeClr val="dk1"/>
                </a:solidFill>
                <a:latin typeface="Calibri" panose="020F0502020204030204"/>
                <a:ea typeface="Calibri" panose="020F0502020204030204"/>
                <a:cs typeface="Calibri" panose="020F0502020204030204"/>
                <a:sym typeface="Calibri" panose="020F0502020204030204"/>
              </a:rPr>
              <a:t>tính</a:t>
            </a:r>
            <a:r>
              <a:rPr lang="en-US" sz="2800" dirty="0">
                <a:solidFill>
                  <a:schemeClr val="dk1"/>
                </a:solidFill>
                <a:latin typeface="Calibri" panose="020F0502020204030204"/>
                <a:ea typeface="Calibri" panose="020F0502020204030204"/>
                <a:cs typeface="Calibri" panose="020F0502020204030204"/>
                <a:sym typeface="Calibri" panose="020F0502020204030204"/>
              </a:rPr>
              <a:t> </a:t>
            </a:r>
            <a:r>
              <a:rPr lang="en-US" sz="2800" dirty="0" err="1">
                <a:solidFill>
                  <a:schemeClr val="dk1"/>
                </a:solidFill>
                <a:latin typeface="Calibri" panose="020F0502020204030204"/>
                <a:ea typeface="Calibri" panose="020F0502020204030204"/>
                <a:cs typeface="Calibri" panose="020F0502020204030204"/>
                <a:sym typeface="Calibri" panose="020F0502020204030204"/>
              </a:rPr>
              <a:t>thẩm</a:t>
            </a:r>
            <a:r>
              <a:rPr lang="en-US" sz="2800" dirty="0">
                <a:solidFill>
                  <a:schemeClr val="dk1"/>
                </a:solidFill>
                <a:latin typeface="Calibri" panose="020F0502020204030204"/>
                <a:ea typeface="Calibri" panose="020F0502020204030204"/>
                <a:cs typeface="Calibri" panose="020F0502020204030204"/>
                <a:sym typeface="Calibri" panose="020F0502020204030204"/>
              </a:rPr>
              <a:t> </a:t>
            </a:r>
            <a:r>
              <a:rPr lang="en-US" sz="2800" dirty="0" err="1">
                <a:solidFill>
                  <a:schemeClr val="dk1"/>
                </a:solidFill>
                <a:latin typeface="Calibri" panose="020F0502020204030204"/>
                <a:ea typeface="Calibri" panose="020F0502020204030204"/>
                <a:cs typeface="Calibri" panose="020F0502020204030204"/>
                <a:sym typeface="Calibri" panose="020F0502020204030204"/>
              </a:rPr>
              <a:t>mỹ</a:t>
            </a:r>
            <a:r>
              <a:rPr lang="en-US" sz="2800" dirty="0">
                <a:solidFill>
                  <a:schemeClr val="dk1"/>
                </a:solidFill>
                <a:latin typeface="Calibri" panose="020F0502020204030204"/>
                <a:ea typeface="Calibri" panose="020F0502020204030204"/>
                <a:cs typeface="Calibri" panose="020F0502020204030204"/>
                <a:sym typeface="Calibri" panose="020F0502020204030204"/>
              </a:rPr>
              <a:t> </a:t>
            </a:r>
            <a:r>
              <a:rPr lang="en-US" sz="2800" dirty="0" err="1">
                <a:solidFill>
                  <a:schemeClr val="dk1"/>
                </a:solidFill>
                <a:latin typeface="Calibri" panose="020F0502020204030204"/>
                <a:ea typeface="Calibri" panose="020F0502020204030204"/>
                <a:cs typeface="Calibri" panose="020F0502020204030204"/>
                <a:sym typeface="Calibri" panose="020F0502020204030204"/>
              </a:rPr>
              <a:t>của</a:t>
            </a:r>
            <a:r>
              <a:rPr lang="en-US" sz="2800" dirty="0">
                <a:solidFill>
                  <a:schemeClr val="dk1"/>
                </a:solidFill>
                <a:latin typeface="Calibri" panose="020F0502020204030204"/>
                <a:ea typeface="Calibri" panose="020F0502020204030204"/>
                <a:cs typeface="Calibri" panose="020F0502020204030204"/>
                <a:sym typeface="Calibri" panose="020F0502020204030204"/>
              </a:rPr>
              <a:t> </a:t>
            </a:r>
            <a:r>
              <a:rPr lang="en-US" sz="2800" dirty="0" err="1">
                <a:solidFill>
                  <a:schemeClr val="dk1"/>
                </a:solidFill>
                <a:latin typeface="Calibri" panose="020F0502020204030204"/>
                <a:ea typeface="Calibri" panose="020F0502020204030204"/>
                <a:cs typeface="Calibri" panose="020F0502020204030204"/>
                <a:sym typeface="Calibri" panose="020F0502020204030204"/>
              </a:rPr>
              <a:t>trang</a:t>
            </a:r>
            <a:r>
              <a:rPr lang="en-US" sz="2800" dirty="0">
                <a:solidFill>
                  <a:schemeClr val="dk1"/>
                </a:solidFill>
                <a:latin typeface="Calibri" panose="020F0502020204030204"/>
                <a:ea typeface="Calibri" panose="020F0502020204030204"/>
                <a:cs typeface="Calibri" panose="020F0502020204030204"/>
                <a:sym typeface="Calibri" panose="020F0502020204030204"/>
              </a:rPr>
              <a:t> web.</a:t>
            </a:r>
          </a:p>
        </p:txBody>
      </p:sp>
      <p:sp>
        <p:nvSpPr>
          <p:cNvPr id="78" name="Google Shape;78;p4"/>
          <p:cNvSpPr txBox="1">
            <a:spLocks noGrp="1"/>
          </p:cNvSpPr>
          <p:nvPr>
            <p:ph type="title"/>
          </p:nvPr>
        </p:nvSpPr>
        <p:spPr>
          <a:xfrm>
            <a:off x="406400" y="254849"/>
            <a:ext cx="11379200" cy="613833"/>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2"/>
              </a:buClr>
              <a:buSzPts val="2800"/>
              <a:buFont typeface="Quattrocento Sans" panose="020B0502050000020003"/>
              <a:buNone/>
            </a:pPr>
            <a:r>
              <a:rPr lang="en-US" dirty="0"/>
              <a:t>2 </a:t>
            </a:r>
            <a:r>
              <a:rPr lang="en-US" dirty="0" err="1"/>
              <a:t>Tính thẩm mỹ trong thiết kế web</a:t>
            </a:r>
            <a:endParaRPr dirty="0"/>
          </a:p>
        </p:txBody>
      </p:sp>
      <p:pic>
        <p:nvPicPr>
          <p:cNvPr id="5" name="Picture 4"/>
          <p:cNvPicPr>
            <a:picLocks noChangeAspect="1"/>
          </p:cNvPicPr>
          <p:nvPr/>
        </p:nvPicPr>
        <p:blipFill>
          <a:blip r:embed="rId3"/>
          <a:stretch>
            <a:fillRect/>
          </a:stretch>
        </p:blipFill>
        <p:spPr>
          <a:xfrm>
            <a:off x="5535859" y="1383171"/>
            <a:ext cx="6656141" cy="4041705"/>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75"/>
        <p:cNvGrpSpPr/>
        <p:nvPr/>
      </p:nvGrpSpPr>
      <p:grpSpPr>
        <a:xfrm>
          <a:off x="0" y="0"/>
          <a:ext cx="0" cy="0"/>
          <a:chOff x="0" y="0"/>
          <a:chExt cx="0" cy="0"/>
        </a:xfrm>
      </p:grpSpPr>
      <p:sp>
        <p:nvSpPr>
          <p:cNvPr id="77" name="Google Shape;77;p4"/>
          <p:cNvSpPr txBox="1"/>
          <p:nvPr/>
        </p:nvSpPr>
        <p:spPr>
          <a:xfrm>
            <a:off x="457200" y="1066800"/>
            <a:ext cx="4598894" cy="4358076"/>
          </a:xfrm>
          <a:prstGeom prst="rect">
            <a:avLst/>
          </a:prstGeom>
          <a:noFill/>
          <a:ln>
            <a:noFill/>
          </a:ln>
        </p:spPr>
        <p:txBody>
          <a:bodyPr spcFirstLastPara="1" wrap="square" lIns="91425" tIns="45700" rIns="91425" bIns="45700" anchor="t" anchorCtr="0">
            <a:spAutoFit/>
          </a:bodyPr>
          <a:lstStyle/>
          <a:p>
            <a:pPr marL="0" lvl="0" indent="0">
              <a:lnSpc>
                <a:spcPct val="110000"/>
              </a:lnSpc>
              <a:buClr>
                <a:schemeClr val="accent1"/>
              </a:buClr>
              <a:buSzPts val="2800"/>
              <a:buFont typeface="Noto Sans Symbols"/>
              <a:buNone/>
            </a:pPr>
            <a:r>
              <a:rPr lang="en-US" sz="2800" b="1" dirty="0">
                <a:solidFill>
                  <a:schemeClr val="dk1"/>
                </a:solidFill>
                <a:latin typeface="Calibri" panose="020F0502020204030204"/>
                <a:ea typeface="Calibri" panose="020F0502020204030204"/>
                <a:cs typeface="Calibri" panose="020F0502020204030204"/>
                <a:sym typeface="Calibri" panose="020F0502020204030204"/>
              </a:rPr>
              <a:t>2.3. </a:t>
            </a:r>
            <a:r>
              <a:rPr lang="en-US" sz="2800" b="1" dirty="0" err="1">
                <a:solidFill>
                  <a:schemeClr val="dk1"/>
                </a:solidFill>
                <a:latin typeface="Calibri" panose="020F0502020204030204"/>
                <a:ea typeface="Calibri" panose="020F0502020204030204"/>
                <a:cs typeface="Calibri" panose="020F0502020204030204"/>
                <a:sym typeface="Calibri" panose="020F0502020204030204"/>
              </a:rPr>
              <a:t>Hình</a:t>
            </a:r>
            <a:r>
              <a:rPr lang="en-US" sz="2800" b="1" dirty="0">
                <a:solidFill>
                  <a:schemeClr val="dk1"/>
                </a:solidFill>
                <a:latin typeface="Calibri" panose="020F0502020204030204"/>
                <a:ea typeface="Calibri" panose="020F0502020204030204"/>
                <a:cs typeface="Calibri" panose="020F0502020204030204"/>
                <a:sym typeface="Calibri" panose="020F0502020204030204"/>
              </a:rPr>
              <a:t> </a:t>
            </a:r>
            <a:r>
              <a:rPr lang="en-US" sz="2800" b="1" dirty="0" err="1">
                <a:solidFill>
                  <a:schemeClr val="dk1"/>
                </a:solidFill>
                <a:latin typeface="Calibri" panose="020F0502020204030204"/>
                <a:ea typeface="Calibri" panose="020F0502020204030204"/>
                <a:cs typeface="Calibri" panose="020F0502020204030204"/>
                <a:sym typeface="Calibri" panose="020F0502020204030204"/>
              </a:rPr>
              <a:t>ảnh</a:t>
            </a:r>
            <a:r>
              <a:rPr lang="en-US" sz="2800" b="1" dirty="0">
                <a:solidFill>
                  <a:schemeClr val="dk1"/>
                </a:solidFill>
                <a:latin typeface="Calibri" panose="020F0502020204030204"/>
                <a:ea typeface="Calibri" panose="020F0502020204030204"/>
                <a:cs typeface="Calibri" panose="020F0502020204030204"/>
                <a:sym typeface="Calibri" panose="020F0502020204030204"/>
              </a:rPr>
              <a:t> </a:t>
            </a:r>
            <a:r>
              <a:rPr lang="en-US" sz="2800" b="1" dirty="0" err="1">
                <a:solidFill>
                  <a:schemeClr val="dk1"/>
                </a:solidFill>
                <a:latin typeface="Calibri" panose="020F0502020204030204"/>
                <a:ea typeface="Calibri" panose="020F0502020204030204"/>
                <a:cs typeface="Calibri" panose="020F0502020204030204"/>
                <a:sym typeface="Calibri" panose="020F0502020204030204"/>
              </a:rPr>
              <a:t>và</a:t>
            </a:r>
            <a:r>
              <a:rPr lang="en-US" sz="2800" b="1" dirty="0">
                <a:solidFill>
                  <a:schemeClr val="dk1"/>
                </a:solidFill>
                <a:latin typeface="Calibri" panose="020F0502020204030204"/>
                <a:ea typeface="Calibri" panose="020F0502020204030204"/>
                <a:cs typeface="Calibri" panose="020F0502020204030204"/>
                <a:sym typeface="Calibri" panose="020F0502020204030204"/>
              </a:rPr>
              <a:t> </a:t>
            </a:r>
            <a:r>
              <a:rPr lang="en-US" sz="2800" b="1" dirty="0" err="1">
                <a:solidFill>
                  <a:schemeClr val="dk1"/>
                </a:solidFill>
                <a:latin typeface="Calibri" panose="020F0502020204030204"/>
                <a:ea typeface="Calibri" panose="020F0502020204030204"/>
                <a:cs typeface="Calibri" panose="020F0502020204030204"/>
                <a:sym typeface="Calibri" panose="020F0502020204030204"/>
              </a:rPr>
              <a:t>đồ</a:t>
            </a:r>
            <a:r>
              <a:rPr lang="en-US" sz="2800" b="1" dirty="0">
                <a:solidFill>
                  <a:schemeClr val="dk1"/>
                </a:solidFill>
                <a:latin typeface="Calibri" panose="020F0502020204030204"/>
                <a:ea typeface="Calibri" panose="020F0502020204030204"/>
                <a:cs typeface="Calibri" panose="020F0502020204030204"/>
                <a:sym typeface="Calibri" panose="020F0502020204030204"/>
              </a:rPr>
              <a:t> </a:t>
            </a:r>
            <a:r>
              <a:rPr lang="en-US" sz="2800" b="1" dirty="0" err="1">
                <a:solidFill>
                  <a:schemeClr val="dk1"/>
                </a:solidFill>
                <a:latin typeface="Calibri" panose="020F0502020204030204"/>
                <a:ea typeface="Calibri" panose="020F0502020204030204"/>
                <a:cs typeface="Calibri" panose="020F0502020204030204"/>
                <a:sym typeface="Calibri" panose="020F0502020204030204"/>
              </a:rPr>
              <a:t>họa</a:t>
            </a:r>
            <a:r>
              <a:rPr lang="en-US" sz="2800" b="1" dirty="0">
                <a:solidFill>
                  <a:schemeClr val="dk1"/>
                </a:solidFill>
                <a:latin typeface="Calibri" panose="020F0502020204030204"/>
                <a:ea typeface="Calibri" panose="020F0502020204030204"/>
                <a:cs typeface="Calibri" panose="020F0502020204030204"/>
                <a:sym typeface="Calibri" panose="020F0502020204030204"/>
              </a:rPr>
              <a:t>: </a:t>
            </a:r>
          </a:p>
          <a:p>
            <a:pPr marL="457200" lvl="0" indent="-457200">
              <a:lnSpc>
                <a:spcPct val="110000"/>
              </a:lnSpc>
              <a:buClr>
                <a:schemeClr val="accent1"/>
              </a:buClr>
              <a:buSzPts val="2800"/>
              <a:buFontTx/>
              <a:buChar char="-"/>
            </a:pPr>
            <a:r>
              <a:rPr lang="en-US" sz="2800" dirty="0" err="1">
                <a:solidFill>
                  <a:schemeClr val="dk1"/>
                </a:solidFill>
                <a:latin typeface="Calibri" panose="020F0502020204030204"/>
                <a:ea typeface="Calibri" panose="020F0502020204030204"/>
                <a:cs typeface="Calibri" panose="020F0502020204030204"/>
                <a:sym typeface="Calibri" panose="020F0502020204030204"/>
              </a:rPr>
              <a:t>Sử</a:t>
            </a:r>
            <a:r>
              <a:rPr lang="en-US" sz="2800" dirty="0">
                <a:solidFill>
                  <a:schemeClr val="dk1"/>
                </a:solidFill>
                <a:latin typeface="Calibri" panose="020F0502020204030204"/>
                <a:ea typeface="Calibri" panose="020F0502020204030204"/>
                <a:cs typeface="Calibri" panose="020F0502020204030204"/>
                <a:sym typeface="Calibri" panose="020F0502020204030204"/>
              </a:rPr>
              <a:t> </a:t>
            </a:r>
            <a:r>
              <a:rPr lang="en-US" sz="2800" dirty="0" err="1">
                <a:solidFill>
                  <a:schemeClr val="dk1"/>
                </a:solidFill>
                <a:latin typeface="Calibri" panose="020F0502020204030204"/>
                <a:ea typeface="Calibri" panose="020F0502020204030204"/>
                <a:cs typeface="Calibri" panose="020F0502020204030204"/>
                <a:sym typeface="Calibri" panose="020F0502020204030204"/>
              </a:rPr>
              <a:t>dụng</a:t>
            </a:r>
            <a:r>
              <a:rPr lang="en-US" sz="2800" dirty="0">
                <a:solidFill>
                  <a:schemeClr val="dk1"/>
                </a:solidFill>
                <a:latin typeface="Calibri" panose="020F0502020204030204"/>
                <a:ea typeface="Calibri" panose="020F0502020204030204"/>
                <a:cs typeface="Calibri" panose="020F0502020204030204"/>
                <a:sym typeface="Calibri" panose="020F0502020204030204"/>
              </a:rPr>
              <a:t> </a:t>
            </a:r>
            <a:r>
              <a:rPr lang="en-US" sz="2800" dirty="0" err="1">
                <a:solidFill>
                  <a:schemeClr val="dk1"/>
                </a:solidFill>
                <a:latin typeface="Calibri" panose="020F0502020204030204"/>
                <a:ea typeface="Calibri" panose="020F0502020204030204"/>
                <a:cs typeface="Calibri" panose="020F0502020204030204"/>
                <a:sym typeface="Calibri" panose="020F0502020204030204"/>
              </a:rPr>
              <a:t>hình</a:t>
            </a:r>
            <a:r>
              <a:rPr lang="en-US" sz="2800" dirty="0">
                <a:solidFill>
                  <a:schemeClr val="dk1"/>
                </a:solidFill>
                <a:latin typeface="Calibri" panose="020F0502020204030204"/>
                <a:ea typeface="Calibri" panose="020F0502020204030204"/>
                <a:cs typeface="Calibri" panose="020F0502020204030204"/>
                <a:sym typeface="Calibri" panose="020F0502020204030204"/>
              </a:rPr>
              <a:t> </a:t>
            </a:r>
            <a:r>
              <a:rPr lang="en-US" sz="2800" dirty="0" err="1">
                <a:solidFill>
                  <a:schemeClr val="dk1"/>
                </a:solidFill>
                <a:latin typeface="Calibri" panose="020F0502020204030204"/>
                <a:ea typeface="Calibri" panose="020F0502020204030204"/>
                <a:cs typeface="Calibri" panose="020F0502020204030204"/>
                <a:sym typeface="Calibri" panose="020F0502020204030204"/>
              </a:rPr>
              <a:t>ảnh</a:t>
            </a:r>
            <a:r>
              <a:rPr lang="en-US" sz="2800" dirty="0">
                <a:solidFill>
                  <a:schemeClr val="dk1"/>
                </a:solidFill>
                <a:latin typeface="Calibri" panose="020F0502020204030204"/>
                <a:ea typeface="Calibri" panose="020F0502020204030204"/>
                <a:cs typeface="Calibri" panose="020F0502020204030204"/>
                <a:sym typeface="Calibri" panose="020F0502020204030204"/>
              </a:rPr>
              <a:t> </a:t>
            </a:r>
            <a:r>
              <a:rPr lang="en-US" sz="2800" dirty="0" err="1">
                <a:solidFill>
                  <a:schemeClr val="dk1"/>
                </a:solidFill>
                <a:latin typeface="Calibri" panose="020F0502020204030204"/>
                <a:ea typeface="Calibri" panose="020F0502020204030204"/>
                <a:cs typeface="Calibri" panose="020F0502020204030204"/>
                <a:sym typeface="Calibri" panose="020F0502020204030204"/>
              </a:rPr>
              <a:t>và</a:t>
            </a:r>
            <a:r>
              <a:rPr lang="en-US" sz="2800" dirty="0">
                <a:solidFill>
                  <a:schemeClr val="dk1"/>
                </a:solidFill>
                <a:latin typeface="Calibri" panose="020F0502020204030204"/>
                <a:ea typeface="Calibri" panose="020F0502020204030204"/>
                <a:cs typeface="Calibri" panose="020F0502020204030204"/>
                <a:sym typeface="Calibri" panose="020F0502020204030204"/>
              </a:rPr>
              <a:t> </a:t>
            </a:r>
            <a:r>
              <a:rPr lang="en-US" sz="2800" dirty="0" err="1">
                <a:solidFill>
                  <a:schemeClr val="dk1"/>
                </a:solidFill>
                <a:latin typeface="Calibri" panose="020F0502020204030204"/>
                <a:ea typeface="Calibri" panose="020F0502020204030204"/>
                <a:cs typeface="Calibri" panose="020F0502020204030204"/>
                <a:sym typeface="Calibri" panose="020F0502020204030204"/>
              </a:rPr>
              <a:t>đồ</a:t>
            </a:r>
            <a:r>
              <a:rPr lang="en-US" sz="2800" dirty="0">
                <a:solidFill>
                  <a:schemeClr val="dk1"/>
                </a:solidFill>
                <a:latin typeface="Calibri" panose="020F0502020204030204"/>
                <a:ea typeface="Calibri" panose="020F0502020204030204"/>
                <a:cs typeface="Calibri" panose="020F0502020204030204"/>
                <a:sym typeface="Calibri" panose="020F0502020204030204"/>
              </a:rPr>
              <a:t> </a:t>
            </a:r>
            <a:r>
              <a:rPr lang="en-US" sz="2800" dirty="0" err="1">
                <a:solidFill>
                  <a:schemeClr val="dk1"/>
                </a:solidFill>
                <a:latin typeface="Calibri" panose="020F0502020204030204"/>
                <a:ea typeface="Calibri" panose="020F0502020204030204"/>
                <a:cs typeface="Calibri" panose="020F0502020204030204"/>
                <a:sym typeface="Calibri" panose="020F0502020204030204"/>
              </a:rPr>
              <a:t>họa</a:t>
            </a:r>
            <a:r>
              <a:rPr lang="en-US" sz="2800" dirty="0">
                <a:solidFill>
                  <a:schemeClr val="dk1"/>
                </a:solidFill>
                <a:latin typeface="Calibri" panose="020F0502020204030204"/>
                <a:ea typeface="Calibri" panose="020F0502020204030204"/>
                <a:cs typeface="Calibri" panose="020F0502020204030204"/>
                <a:sym typeface="Calibri" panose="020F0502020204030204"/>
              </a:rPr>
              <a:t> </a:t>
            </a:r>
            <a:r>
              <a:rPr lang="en-US" sz="2800" dirty="0" err="1">
                <a:solidFill>
                  <a:schemeClr val="dk1"/>
                </a:solidFill>
                <a:latin typeface="Calibri" panose="020F0502020204030204"/>
                <a:ea typeface="Calibri" panose="020F0502020204030204"/>
                <a:cs typeface="Calibri" panose="020F0502020204030204"/>
                <a:sym typeface="Calibri" panose="020F0502020204030204"/>
              </a:rPr>
              <a:t>phù</a:t>
            </a:r>
            <a:r>
              <a:rPr lang="en-US" sz="2800" dirty="0">
                <a:solidFill>
                  <a:schemeClr val="dk1"/>
                </a:solidFill>
                <a:latin typeface="Calibri" panose="020F0502020204030204"/>
                <a:ea typeface="Calibri" panose="020F0502020204030204"/>
                <a:cs typeface="Calibri" panose="020F0502020204030204"/>
                <a:sym typeface="Calibri" panose="020F0502020204030204"/>
              </a:rPr>
              <a:t> </a:t>
            </a:r>
            <a:r>
              <a:rPr lang="en-US" sz="2800" dirty="0" err="1">
                <a:solidFill>
                  <a:schemeClr val="dk1"/>
                </a:solidFill>
                <a:latin typeface="Calibri" panose="020F0502020204030204"/>
                <a:ea typeface="Calibri" panose="020F0502020204030204"/>
                <a:cs typeface="Calibri" panose="020F0502020204030204"/>
                <a:sym typeface="Calibri" panose="020F0502020204030204"/>
              </a:rPr>
              <a:t>hợp</a:t>
            </a:r>
            <a:r>
              <a:rPr lang="en-US" sz="2800" dirty="0">
                <a:solidFill>
                  <a:schemeClr val="dk1"/>
                </a:solidFill>
                <a:latin typeface="Calibri" panose="020F0502020204030204"/>
                <a:ea typeface="Calibri" panose="020F0502020204030204"/>
                <a:cs typeface="Calibri" panose="020F0502020204030204"/>
                <a:sym typeface="Calibri" panose="020F0502020204030204"/>
              </a:rPr>
              <a:t> </a:t>
            </a:r>
            <a:r>
              <a:rPr lang="en-US" sz="2800" dirty="0" err="1">
                <a:solidFill>
                  <a:schemeClr val="dk1"/>
                </a:solidFill>
                <a:latin typeface="Calibri" panose="020F0502020204030204"/>
                <a:ea typeface="Calibri" panose="020F0502020204030204"/>
                <a:cs typeface="Calibri" panose="020F0502020204030204"/>
                <a:sym typeface="Calibri" panose="020F0502020204030204"/>
              </a:rPr>
              <a:t>sẽ</a:t>
            </a:r>
            <a:r>
              <a:rPr lang="en-US" sz="2800" dirty="0">
                <a:solidFill>
                  <a:schemeClr val="dk1"/>
                </a:solidFill>
                <a:latin typeface="Calibri" panose="020F0502020204030204"/>
                <a:ea typeface="Calibri" panose="020F0502020204030204"/>
                <a:cs typeface="Calibri" panose="020F0502020204030204"/>
                <a:sym typeface="Calibri" panose="020F0502020204030204"/>
              </a:rPr>
              <a:t> </a:t>
            </a:r>
            <a:r>
              <a:rPr lang="en-US" sz="2800" dirty="0" err="1">
                <a:solidFill>
                  <a:schemeClr val="dk1"/>
                </a:solidFill>
                <a:latin typeface="Calibri" panose="020F0502020204030204"/>
                <a:ea typeface="Calibri" panose="020F0502020204030204"/>
                <a:cs typeface="Calibri" panose="020F0502020204030204"/>
                <a:sym typeface="Calibri" panose="020F0502020204030204"/>
              </a:rPr>
              <a:t>giúp</a:t>
            </a:r>
            <a:r>
              <a:rPr lang="en-US" sz="2800" dirty="0">
                <a:solidFill>
                  <a:schemeClr val="dk1"/>
                </a:solidFill>
                <a:latin typeface="Calibri" panose="020F0502020204030204"/>
                <a:ea typeface="Calibri" panose="020F0502020204030204"/>
                <a:cs typeface="Calibri" panose="020F0502020204030204"/>
                <a:sym typeface="Calibri" panose="020F0502020204030204"/>
              </a:rPr>
              <a:t> </a:t>
            </a:r>
            <a:r>
              <a:rPr lang="en-US" sz="2800" dirty="0" err="1">
                <a:solidFill>
                  <a:schemeClr val="dk1"/>
                </a:solidFill>
                <a:latin typeface="Calibri" panose="020F0502020204030204"/>
                <a:ea typeface="Calibri" panose="020F0502020204030204"/>
                <a:cs typeface="Calibri" panose="020F0502020204030204"/>
                <a:sym typeface="Calibri" panose="020F0502020204030204"/>
              </a:rPr>
              <a:t>trang</a:t>
            </a:r>
            <a:r>
              <a:rPr lang="en-US" sz="2800" dirty="0">
                <a:solidFill>
                  <a:schemeClr val="dk1"/>
                </a:solidFill>
                <a:latin typeface="Calibri" panose="020F0502020204030204"/>
                <a:ea typeface="Calibri" panose="020F0502020204030204"/>
                <a:cs typeface="Calibri" panose="020F0502020204030204"/>
                <a:sym typeface="Calibri" panose="020F0502020204030204"/>
              </a:rPr>
              <a:t> web </a:t>
            </a:r>
            <a:r>
              <a:rPr lang="en-US" sz="2800" dirty="0" err="1">
                <a:solidFill>
                  <a:schemeClr val="dk1"/>
                </a:solidFill>
                <a:latin typeface="Calibri" panose="020F0502020204030204"/>
                <a:ea typeface="Calibri" panose="020F0502020204030204"/>
                <a:cs typeface="Calibri" panose="020F0502020204030204"/>
                <a:sym typeface="Calibri" panose="020F0502020204030204"/>
              </a:rPr>
              <a:t>trở</a:t>
            </a:r>
            <a:r>
              <a:rPr lang="en-US" sz="2800" dirty="0">
                <a:solidFill>
                  <a:schemeClr val="dk1"/>
                </a:solidFill>
                <a:latin typeface="Calibri" panose="020F0502020204030204"/>
                <a:ea typeface="Calibri" panose="020F0502020204030204"/>
                <a:cs typeface="Calibri" panose="020F0502020204030204"/>
                <a:sym typeface="Calibri" panose="020F0502020204030204"/>
              </a:rPr>
              <a:t> </a:t>
            </a:r>
            <a:r>
              <a:rPr lang="en-US" sz="2800" dirty="0" err="1">
                <a:solidFill>
                  <a:schemeClr val="dk1"/>
                </a:solidFill>
                <a:latin typeface="Calibri" panose="020F0502020204030204"/>
                <a:ea typeface="Calibri" panose="020F0502020204030204"/>
                <a:cs typeface="Calibri" panose="020F0502020204030204"/>
                <a:sym typeface="Calibri" panose="020F0502020204030204"/>
              </a:rPr>
              <a:t>nên</a:t>
            </a:r>
            <a:r>
              <a:rPr lang="en-US" sz="2800" dirty="0">
                <a:solidFill>
                  <a:schemeClr val="dk1"/>
                </a:solidFill>
                <a:latin typeface="Calibri" panose="020F0502020204030204"/>
                <a:ea typeface="Calibri" panose="020F0502020204030204"/>
                <a:cs typeface="Calibri" panose="020F0502020204030204"/>
                <a:sym typeface="Calibri" panose="020F0502020204030204"/>
              </a:rPr>
              <a:t> </a:t>
            </a:r>
            <a:r>
              <a:rPr lang="en-US" sz="2800" dirty="0" err="1">
                <a:solidFill>
                  <a:schemeClr val="dk1"/>
                </a:solidFill>
                <a:latin typeface="Calibri" panose="020F0502020204030204"/>
                <a:ea typeface="Calibri" panose="020F0502020204030204"/>
                <a:cs typeface="Calibri" panose="020F0502020204030204"/>
                <a:sym typeface="Calibri" panose="020F0502020204030204"/>
              </a:rPr>
              <a:t>sinh</a:t>
            </a:r>
            <a:r>
              <a:rPr lang="en-US" sz="2800" dirty="0">
                <a:solidFill>
                  <a:schemeClr val="dk1"/>
                </a:solidFill>
                <a:latin typeface="Calibri" panose="020F0502020204030204"/>
                <a:ea typeface="Calibri" panose="020F0502020204030204"/>
                <a:cs typeface="Calibri" panose="020F0502020204030204"/>
                <a:sym typeface="Calibri" panose="020F0502020204030204"/>
              </a:rPr>
              <a:t> </a:t>
            </a:r>
            <a:r>
              <a:rPr lang="en-US" sz="2800" dirty="0" err="1">
                <a:solidFill>
                  <a:schemeClr val="dk1"/>
                </a:solidFill>
                <a:latin typeface="Calibri" panose="020F0502020204030204"/>
                <a:ea typeface="Calibri" panose="020F0502020204030204"/>
                <a:cs typeface="Calibri" panose="020F0502020204030204"/>
                <a:sym typeface="Calibri" panose="020F0502020204030204"/>
              </a:rPr>
              <a:t>động</a:t>
            </a:r>
            <a:r>
              <a:rPr lang="en-US" sz="2800" dirty="0">
                <a:solidFill>
                  <a:schemeClr val="dk1"/>
                </a:solidFill>
                <a:latin typeface="Calibri" panose="020F0502020204030204"/>
                <a:ea typeface="Calibri" panose="020F0502020204030204"/>
                <a:cs typeface="Calibri" panose="020F0502020204030204"/>
                <a:sym typeface="Calibri" panose="020F0502020204030204"/>
              </a:rPr>
              <a:t> </a:t>
            </a:r>
            <a:r>
              <a:rPr lang="en-US" sz="2800" dirty="0" err="1">
                <a:solidFill>
                  <a:schemeClr val="dk1"/>
                </a:solidFill>
                <a:latin typeface="Calibri" panose="020F0502020204030204"/>
                <a:ea typeface="Calibri" panose="020F0502020204030204"/>
                <a:cs typeface="Calibri" panose="020F0502020204030204"/>
                <a:sym typeface="Calibri" panose="020F0502020204030204"/>
              </a:rPr>
              <a:t>và</a:t>
            </a:r>
            <a:r>
              <a:rPr lang="en-US" sz="2800" dirty="0">
                <a:solidFill>
                  <a:schemeClr val="dk1"/>
                </a:solidFill>
                <a:latin typeface="Calibri" panose="020F0502020204030204"/>
                <a:ea typeface="Calibri" panose="020F0502020204030204"/>
                <a:cs typeface="Calibri" panose="020F0502020204030204"/>
                <a:sym typeface="Calibri" panose="020F0502020204030204"/>
              </a:rPr>
              <a:t> </a:t>
            </a:r>
            <a:r>
              <a:rPr lang="en-US" sz="2800" dirty="0" err="1">
                <a:solidFill>
                  <a:schemeClr val="dk1"/>
                </a:solidFill>
                <a:latin typeface="Calibri" panose="020F0502020204030204"/>
                <a:ea typeface="Calibri" panose="020F0502020204030204"/>
                <a:cs typeface="Calibri" panose="020F0502020204030204"/>
                <a:sym typeface="Calibri" panose="020F0502020204030204"/>
              </a:rPr>
              <a:t>thú</a:t>
            </a:r>
            <a:r>
              <a:rPr lang="en-US" sz="2800" dirty="0">
                <a:solidFill>
                  <a:schemeClr val="dk1"/>
                </a:solidFill>
                <a:latin typeface="Calibri" panose="020F0502020204030204"/>
                <a:ea typeface="Calibri" panose="020F0502020204030204"/>
                <a:cs typeface="Calibri" panose="020F0502020204030204"/>
                <a:sym typeface="Calibri" panose="020F0502020204030204"/>
              </a:rPr>
              <a:t> </a:t>
            </a:r>
            <a:r>
              <a:rPr lang="en-US" sz="2800" dirty="0" err="1">
                <a:solidFill>
                  <a:schemeClr val="dk1"/>
                </a:solidFill>
                <a:latin typeface="Calibri" panose="020F0502020204030204"/>
                <a:ea typeface="Calibri" panose="020F0502020204030204"/>
                <a:cs typeface="Calibri" panose="020F0502020204030204"/>
                <a:sym typeface="Calibri" panose="020F0502020204030204"/>
              </a:rPr>
              <a:t>vị</a:t>
            </a:r>
            <a:r>
              <a:rPr lang="en-US" sz="2800" dirty="0">
                <a:solidFill>
                  <a:schemeClr val="dk1"/>
                </a:solidFill>
                <a:latin typeface="Calibri" panose="020F0502020204030204"/>
                <a:ea typeface="Calibri" panose="020F0502020204030204"/>
                <a:cs typeface="Calibri" panose="020F0502020204030204"/>
                <a:sym typeface="Calibri" panose="020F0502020204030204"/>
              </a:rPr>
              <a:t>. </a:t>
            </a:r>
          </a:p>
          <a:p>
            <a:pPr marL="457200" lvl="0" indent="-457200">
              <a:lnSpc>
                <a:spcPct val="110000"/>
              </a:lnSpc>
              <a:buClr>
                <a:schemeClr val="accent1"/>
              </a:buClr>
              <a:buSzPts val="2800"/>
              <a:buFontTx/>
              <a:buChar char="-"/>
            </a:pPr>
            <a:r>
              <a:rPr lang="en-US" sz="2800" dirty="0" err="1">
                <a:solidFill>
                  <a:schemeClr val="dk1"/>
                </a:solidFill>
                <a:latin typeface="Calibri" panose="020F0502020204030204"/>
                <a:ea typeface="Calibri" panose="020F0502020204030204"/>
                <a:cs typeface="Calibri" panose="020F0502020204030204"/>
                <a:sym typeface="Calibri" panose="020F0502020204030204"/>
              </a:rPr>
              <a:t>Hình</a:t>
            </a:r>
            <a:r>
              <a:rPr lang="en-US" sz="2800" dirty="0">
                <a:solidFill>
                  <a:schemeClr val="dk1"/>
                </a:solidFill>
                <a:latin typeface="Calibri" panose="020F0502020204030204"/>
                <a:ea typeface="Calibri" panose="020F0502020204030204"/>
                <a:cs typeface="Calibri" panose="020F0502020204030204"/>
                <a:sym typeface="Calibri" panose="020F0502020204030204"/>
              </a:rPr>
              <a:t> </a:t>
            </a:r>
            <a:r>
              <a:rPr lang="en-US" sz="2800" dirty="0" err="1">
                <a:solidFill>
                  <a:schemeClr val="dk1"/>
                </a:solidFill>
                <a:latin typeface="Calibri" panose="020F0502020204030204"/>
                <a:ea typeface="Calibri" panose="020F0502020204030204"/>
                <a:cs typeface="Calibri" panose="020F0502020204030204"/>
                <a:sym typeface="Calibri" panose="020F0502020204030204"/>
              </a:rPr>
              <a:t>ảnh</a:t>
            </a:r>
            <a:r>
              <a:rPr lang="en-US" sz="2800" dirty="0">
                <a:solidFill>
                  <a:schemeClr val="dk1"/>
                </a:solidFill>
                <a:latin typeface="Calibri" panose="020F0502020204030204"/>
                <a:ea typeface="Calibri" panose="020F0502020204030204"/>
                <a:cs typeface="Calibri" panose="020F0502020204030204"/>
                <a:sym typeface="Calibri" panose="020F0502020204030204"/>
              </a:rPr>
              <a:t> </a:t>
            </a:r>
            <a:r>
              <a:rPr lang="en-US" sz="2800" dirty="0" err="1">
                <a:solidFill>
                  <a:schemeClr val="dk1"/>
                </a:solidFill>
                <a:latin typeface="Calibri" panose="020F0502020204030204"/>
                <a:ea typeface="Calibri" panose="020F0502020204030204"/>
                <a:cs typeface="Calibri" panose="020F0502020204030204"/>
                <a:sym typeface="Calibri" panose="020F0502020204030204"/>
              </a:rPr>
              <a:t>nên</a:t>
            </a:r>
            <a:r>
              <a:rPr lang="en-US" sz="2800" dirty="0">
                <a:solidFill>
                  <a:schemeClr val="dk1"/>
                </a:solidFill>
                <a:latin typeface="Calibri" panose="020F0502020204030204"/>
                <a:ea typeface="Calibri" panose="020F0502020204030204"/>
                <a:cs typeface="Calibri" panose="020F0502020204030204"/>
                <a:sym typeface="Calibri" panose="020F0502020204030204"/>
              </a:rPr>
              <a:t> </a:t>
            </a:r>
            <a:r>
              <a:rPr lang="en-US" sz="2800" dirty="0" err="1">
                <a:solidFill>
                  <a:schemeClr val="dk1"/>
                </a:solidFill>
                <a:latin typeface="Calibri" panose="020F0502020204030204"/>
                <a:ea typeface="Calibri" panose="020F0502020204030204"/>
                <a:cs typeface="Calibri" panose="020F0502020204030204"/>
                <a:sym typeface="Calibri" panose="020F0502020204030204"/>
              </a:rPr>
              <a:t>được</a:t>
            </a:r>
            <a:r>
              <a:rPr lang="en-US" sz="2800" dirty="0">
                <a:solidFill>
                  <a:schemeClr val="dk1"/>
                </a:solidFill>
                <a:latin typeface="Calibri" panose="020F0502020204030204"/>
                <a:ea typeface="Calibri" panose="020F0502020204030204"/>
                <a:cs typeface="Calibri" panose="020F0502020204030204"/>
                <a:sym typeface="Calibri" panose="020F0502020204030204"/>
              </a:rPr>
              <a:t> </a:t>
            </a:r>
            <a:r>
              <a:rPr lang="en-US" sz="2800" dirty="0" err="1">
                <a:solidFill>
                  <a:schemeClr val="dk1"/>
                </a:solidFill>
                <a:latin typeface="Calibri" panose="020F0502020204030204"/>
                <a:ea typeface="Calibri" panose="020F0502020204030204"/>
                <a:cs typeface="Calibri" panose="020F0502020204030204"/>
                <a:sym typeface="Calibri" panose="020F0502020204030204"/>
              </a:rPr>
              <a:t>chọn</a:t>
            </a:r>
            <a:r>
              <a:rPr lang="en-US" sz="2800" dirty="0">
                <a:solidFill>
                  <a:schemeClr val="dk1"/>
                </a:solidFill>
                <a:latin typeface="Calibri" panose="020F0502020204030204"/>
                <a:ea typeface="Calibri" panose="020F0502020204030204"/>
                <a:cs typeface="Calibri" panose="020F0502020204030204"/>
                <a:sym typeface="Calibri" panose="020F0502020204030204"/>
              </a:rPr>
              <a:t> </a:t>
            </a:r>
            <a:r>
              <a:rPr lang="en-US" sz="2800" dirty="0" err="1">
                <a:solidFill>
                  <a:schemeClr val="dk1"/>
                </a:solidFill>
                <a:latin typeface="Calibri" panose="020F0502020204030204"/>
                <a:ea typeface="Calibri" panose="020F0502020204030204"/>
                <a:cs typeface="Calibri" panose="020F0502020204030204"/>
                <a:sym typeface="Calibri" panose="020F0502020204030204"/>
              </a:rPr>
              <a:t>với</a:t>
            </a:r>
            <a:r>
              <a:rPr lang="en-US" sz="2800" dirty="0">
                <a:solidFill>
                  <a:schemeClr val="dk1"/>
                </a:solidFill>
                <a:latin typeface="Calibri" panose="020F0502020204030204"/>
                <a:ea typeface="Calibri" panose="020F0502020204030204"/>
                <a:cs typeface="Calibri" panose="020F0502020204030204"/>
                <a:sym typeface="Calibri" panose="020F0502020204030204"/>
              </a:rPr>
              <a:t> </a:t>
            </a:r>
            <a:r>
              <a:rPr lang="en-US" sz="2800" dirty="0" err="1">
                <a:solidFill>
                  <a:schemeClr val="dk1"/>
                </a:solidFill>
                <a:latin typeface="Calibri" panose="020F0502020204030204"/>
                <a:ea typeface="Calibri" panose="020F0502020204030204"/>
                <a:cs typeface="Calibri" panose="020F0502020204030204"/>
                <a:sym typeface="Calibri" panose="020F0502020204030204"/>
              </a:rPr>
              <a:t>độ</a:t>
            </a:r>
            <a:r>
              <a:rPr lang="en-US" sz="2800" dirty="0">
                <a:solidFill>
                  <a:schemeClr val="dk1"/>
                </a:solidFill>
                <a:latin typeface="Calibri" panose="020F0502020204030204"/>
                <a:ea typeface="Calibri" panose="020F0502020204030204"/>
                <a:cs typeface="Calibri" panose="020F0502020204030204"/>
                <a:sym typeface="Calibri" panose="020F0502020204030204"/>
              </a:rPr>
              <a:t> </a:t>
            </a:r>
            <a:r>
              <a:rPr lang="en-US" sz="2800" dirty="0" err="1">
                <a:solidFill>
                  <a:schemeClr val="dk1"/>
                </a:solidFill>
                <a:latin typeface="Calibri" panose="020F0502020204030204"/>
                <a:ea typeface="Calibri" panose="020F0502020204030204"/>
                <a:cs typeface="Calibri" panose="020F0502020204030204"/>
                <a:sym typeface="Calibri" panose="020F0502020204030204"/>
              </a:rPr>
              <a:t>phân</a:t>
            </a:r>
            <a:r>
              <a:rPr lang="en-US" sz="2800" dirty="0">
                <a:solidFill>
                  <a:schemeClr val="dk1"/>
                </a:solidFill>
                <a:latin typeface="Calibri" panose="020F0502020204030204"/>
                <a:ea typeface="Calibri" panose="020F0502020204030204"/>
                <a:cs typeface="Calibri" panose="020F0502020204030204"/>
                <a:sym typeface="Calibri" panose="020F0502020204030204"/>
              </a:rPr>
              <a:t> </a:t>
            </a:r>
            <a:r>
              <a:rPr lang="en-US" sz="2800" dirty="0" err="1">
                <a:solidFill>
                  <a:schemeClr val="dk1"/>
                </a:solidFill>
                <a:latin typeface="Calibri" panose="020F0502020204030204"/>
                <a:ea typeface="Calibri" panose="020F0502020204030204"/>
                <a:cs typeface="Calibri" panose="020F0502020204030204"/>
                <a:sym typeface="Calibri" panose="020F0502020204030204"/>
              </a:rPr>
              <a:t>giải</a:t>
            </a:r>
            <a:r>
              <a:rPr lang="en-US" sz="2800" dirty="0">
                <a:solidFill>
                  <a:schemeClr val="dk1"/>
                </a:solidFill>
                <a:latin typeface="Calibri" panose="020F0502020204030204"/>
                <a:ea typeface="Calibri" panose="020F0502020204030204"/>
                <a:cs typeface="Calibri" panose="020F0502020204030204"/>
                <a:sym typeface="Calibri" panose="020F0502020204030204"/>
              </a:rPr>
              <a:t> </a:t>
            </a:r>
            <a:r>
              <a:rPr lang="en-US" sz="2800" dirty="0" err="1">
                <a:solidFill>
                  <a:schemeClr val="dk1"/>
                </a:solidFill>
                <a:latin typeface="Calibri" panose="020F0502020204030204"/>
                <a:ea typeface="Calibri" panose="020F0502020204030204"/>
                <a:cs typeface="Calibri" panose="020F0502020204030204"/>
                <a:sym typeface="Calibri" panose="020F0502020204030204"/>
              </a:rPr>
              <a:t>cao</a:t>
            </a:r>
            <a:r>
              <a:rPr lang="en-US" sz="2800" dirty="0">
                <a:solidFill>
                  <a:schemeClr val="dk1"/>
                </a:solidFill>
                <a:latin typeface="Calibri" panose="020F0502020204030204"/>
                <a:ea typeface="Calibri" panose="020F0502020204030204"/>
                <a:cs typeface="Calibri" panose="020F0502020204030204"/>
                <a:sym typeface="Calibri" panose="020F0502020204030204"/>
              </a:rPr>
              <a:t> </a:t>
            </a:r>
            <a:r>
              <a:rPr lang="en-US" sz="2800" dirty="0" err="1">
                <a:solidFill>
                  <a:schemeClr val="dk1"/>
                </a:solidFill>
                <a:latin typeface="Calibri" panose="020F0502020204030204"/>
                <a:ea typeface="Calibri" panose="020F0502020204030204"/>
                <a:cs typeface="Calibri" panose="020F0502020204030204"/>
                <a:sym typeface="Calibri" panose="020F0502020204030204"/>
              </a:rPr>
              <a:t>và</a:t>
            </a:r>
            <a:r>
              <a:rPr lang="en-US" sz="2800" dirty="0">
                <a:solidFill>
                  <a:schemeClr val="dk1"/>
                </a:solidFill>
                <a:latin typeface="Calibri" panose="020F0502020204030204"/>
                <a:ea typeface="Calibri" panose="020F0502020204030204"/>
                <a:cs typeface="Calibri" panose="020F0502020204030204"/>
                <a:sym typeface="Calibri" panose="020F0502020204030204"/>
              </a:rPr>
              <a:t> </a:t>
            </a:r>
            <a:r>
              <a:rPr lang="en-US" sz="2800" dirty="0" err="1">
                <a:solidFill>
                  <a:schemeClr val="dk1"/>
                </a:solidFill>
                <a:latin typeface="Calibri" panose="020F0502020204030204"/>
                <a:ea typeface="Calibri" panose="020F0502020204030204"/>
                <a:cs typeface="Calibri" panose="020F0502020204030204"/>
                <a:sym typeface="Calibri" panose="020F0502020204030204"/>
              </a:rPr>
              <a:t>cần</a:t>
            </a:r>
            <a:r>
              <a:rPr lang="en-US" sz="2800" dirty="0">
                <a:solidFill>
                  <a:schemeClr val="dk1"/>
                </a:solidFill>
                <a:latin typeface="Calibri" panose="020F0502020204030204"/>
                <a:ea typeface="Calibri" panose="020F0502020204030204"/>
                <a:cs typeface="Calibri" panose="020F0502020204030204"/>
                <a:sym typeface="Calibri" panose="020F0502020204030204"/>
              </a:rPr>
              <a:t> </a:t>
            </a:r>
            <a:r>
              <a:rPr lang="en-US" sz="2800" dirty="0" err="1">
                <a:solidFill>
                  <a:schemeClr val="dk1"/>
                </a:solidFill>
                <a:latin typeface="Calibri" panose="020F0502020204030204"/>
                <a:ea typeface="Calibri" panose="020F0502020204030204"/>
                <a:cs typeface="Calibri" panose="020F0502020204030204"/>
                <a:sym typeface="Calibri" panose="020F0502020204030204"/>
              </a:rPr>
              <a:t>phải</a:t>
            </a:r>
            <a:r>
              <a:rPr lang="en-US" sz="2800" dirty="0">
                <a:solidFill>
                  <a:schemeClr val="dk1"/>
                </a:solidFill>
                <a:latin typeface="Calibri" panose="020F0502020204030204"/>
                <a:ea typeface="Calibri" panose="020F0502020204030204"/>
                <a:cs typeface="Calibri" panose="020F0502020204030204"/>
                <a:sym typeface="Calibri" panose="020F0502020204030204"/>
              </a:rPr>
              <a:t> </a:t>
            </a:r>
            <a:r>
              <a:rPr lang="en-US" sz="2800" dirty="0" err="1">
                <a:solidFill>
                  <a:schemeClr val="dk1"/>
                </a:solidFill>
                <a:latin typeface="Calibri" panose="020F0502020204030204"/>
                <a:ea typeface="Calibri" panose="020F0502020204030204"/>
                <a:cs typeface="Calibri" panose="020F0502020204030204"/>
                <a:sym typeface="Calibri" panose="020F0502020204030204"/>
              </a:rPr>
              <a:t>có</a:t>
            </a:r>
            <a:r>
              <a:rPr lang="en-US" sz="2800" dirty="0">
                <a:solidFill>
                  <a:schemeClr val="dk1"/>
                </a:solidFill>
                <a:latin typeface="Calibri" panose="020F0502020204030204"/>
                <a:ea typeface="Calibri" panose="020F0502020204030204"/>
                <a:cs typeface="Calibri" panose="020F0502020204030204"/>
                <a:sym typeface="Calibri" panose="020F0502020204030204"/>
              </a:rPr>
              <a:t> </a:t>
            </a:r>
            <a:r>
              <a:rPr lang="en-US" sz="2800" dirty="0" err="1">
                <a:solidFill>
                  <a:schemeClr val="dk1"/>
                </a:solidFill>
                <a:latin typeface="Calibri" panose="020F0502020204030204"/>
                <a:ea typeface="Calibri" panose="020F0502020204030204"/>
                <a:cs typeface="Calibri" panose="020F0502020204030204"/>
                <a:sym typeface="Calibri" panose="020F0502020204030204"/>
              </a:rPr>
              <a:t>độ</a:t>
            </a:r>
            <a:r>
              <a:rPr lang="en-US" sz="2800" dirty="0">
                <a:solidFill>
                  <a:schemeClr val="dk1"/>
                </a:solidFill>
                <a:latin typeface="Calibri" panose="020F0502020204030204"/>
                <a:ea typeface="Calibri" panose="020F0502020204030204"/>
                <a:cs typeface="Calibri" panose="020F0502020204030204"/>
                <a:sym typeface="Calibri" panose="020F0502020204030204"/>
              </a:rPr>
              <a:t> </a:t>
            </a:r>
            <a:r>
              <a:rPr lang="en-US" sz="2800" dirty="0" err="1">
                <a:solidFill>
                  <a:schemeClr val="dk1"/>
                </a:solidFill>
                <a:latin typeface="Calibri" panose="020F0502020204030204"/>
                <a:ea typeface="Calibri" panose="020F0502020204030204"/>
                <a:cs typeface="Calibri" panose="020F0502020204030204"/>
                <a:sym typeface="Calibri" panose="020F0502020204030204"/>
              </a:rPr>
              <a:t>tương</a:t>
            </a:r>
            <a:r>
              <a:rPr lang="en-US" sz="2800" dirty="0">
                <a:solidFill>
                  <a:schemeClr val="dk1"/>
                </a:solidFill>
                <a:latin typeface="Calibri" panose="020F0502020204030204"/>
                <a:ea typeface="Calibri" panose="020F0502020204030204"/>
                <a:cs typeface="Calibri" panose="020F0502020204030204"/>
                <a:sym typeface="Calibri" panose="020F0502020204030204"/>
              </a:rPr>
              <a:t> </a:t>
            </a:r>
            <a:r>
              <a:rPr lang="en-US" sz="2800" dirty="0" err="1">
                <a:solidFill>
                  <a:schemeClr val="dk1"/>
                </a:solidFill>
                <a:latin typeface="Calibri" panose="020F0502020204030204"/>
                <a:ea typeface="Calibri" panose="020F0502020204030204"/>
                <a:cs typeface="Calibri" panose="020F0502020204030204"/>
                <a:sym typeface="Calibri" panose="020F0502020204030204"/>
              </a:rPr>
              <a:t>phản</a:t>
            </a:r>
            <a:r>
              <a:rPr lang="en-US" sz="2800" dirty="0">
                <a:solidFill>
                  <a:schemeClr val="dk1"/>
                </a:solidFill>
                <a:latin typeface="Calibri" panose="020F0502020204030204"/>
                <a:ea typeface="Calibri" panose="020F0502020204030204"/>
                <a:cs typeface="Calibri" panose="020F0502020204030204"/>
                <a:sym typeface="Calibri" panose="020F0502020204030204"/>
              </a:rPr>
              <a:t> </a:t>
            </a:r>
            <a:r>
              <a:rPr lang="en-US" sz="2800" dirty="0" err="1">
                <a:solidFill>
                  <a:schemeClr val="dk1"/>
                </a:solidFill>
                <a:latin typeface="Calibri" panose="020F0502020204030204"/>
                <a:ea typeface="Calibri" panose="020F0502020204030204"/>
                <a:cs typeface="Calibri" panose="020F0502020204030204"/>
                <a:sym typeface="Calibri" panose="020F0502020204030204"/>
              </a:rPr>
              <a:t>phù</a:t>
            </a:r>
            <a:r>
              <a:rPr lang="en-US" sz="2800" dirty="0">
                <a:solidFill>
                  <a:schemeClr val="dk1"/>
                </a:solidFill>
                <a:latin typeface="Calibri" panose="020F0502020204030204"/>
                <a:ea typeface="Calibri" panose="020F0502020204030204"/>
                <a:cs typeface="Calibri" panose="020F0502020204030204"/>
                <a:sym typeface="Calibri" panose="020F0502020204030204"/>
              </a:rPr>
              <a:t> </a:t>
            </a:r>
            <a:r>
              <a:rPr lang="en-US" sz="2800" dirty="0" err="1">
                <a:solidFill>
                  <a:schemeClr val="dk1"/>
                </a:solidFill>
                <a:latin typeface="Calibri" panose="020F0502020204030204"/>
                <a:ea typeface="Calibri" panose="020F0502020204030204"/>
                <a:cs typeface="Calibri" panose="020F0502020204030204"/>
                <a:sym typeface="Calibri" panose="020F0502020204030204"/>
              </a:rPr>
              <a:t>hợp</a:t>
            </a:r>
            <a:r>
              <a:rPr lang="en-US" sz="2800" dirty="0">
                <a:solidFill>
                  <a:schemeClr val="dk1"/>
                </a:solidFill>
                <a:latin typeface="Calibri" panose="020F0502020204030204"/>
                <a:ea typeface="Calibri" panose="020F0502020204030204"/>
                <a:cs typeface="Calibri" panose="020F0502020204030204"/>
                <a:sym typeface="Calibri" panose="020F0502020204030204"/>
              </a:rPr>
              <a:t> </a:t>
            </a:r>
            <a:r>
              <a:rPr lang="en-US" sz="2800" dirty="0" err="1">
                <a:solidFill>
                  <a:schemeClr val="dk1"/>
                </a:solidFill>
                <a:latin typeface="Calibri" panose="020F0502020204030204"/>
                <a:ea typeface="Calibri" panose="020F0502020204030204"/>
                <a:cs typeface="Calibri" panose="020F0502020204030204"/>
                <a:sym typeface="Calibri" panose="020F0502020204030204"/>
              </a:rPr>
              <a:t>với</a:t>
            </a:r>
            <a:r>
              <a:rPr lang="en-US" sz="2800" dirty="0">
                <a:solidFill>
                  <a:schemeClr val="dk1"/>
                </a:solidFill>
                <a:latin typeface="Calibri" panose="020F0502020204030204"/>
                <a:ea typeface="Calibri" panose="020F0502020204030204"/>
                <a:cs typeface="Calibri" panose="020F0502020204030204"/>
                <a:sym typeface="Calibri" panose="020F0502020204030204"/>
              </a:rPr>
              <a:t> </a:t>
            </a:r>
            <a:r>
              <a:rPr lang="en-US" sz="2800" dirty="0" err="1">
                <a:solidFill>
                  <a:schemeClr val="dk1"/>
                </a:solidFill>
                <a:latin typeface="Calibri" panose="020F0502020204030204"/>
                <a:ea typeface="Calibri" panose="020F0502020204030204"/>
                <a:cs typeface="Calibri" panose="020F0502020204030204"/>
                <a:sym typeface="Calibri" panose="020F0502020204030204"/>
              </a:rPr>
              <a:t>bối</a:t>
            </a:r>
            <a:r>
              <a:rPr lang="en-US" sz="2800" dirty="0">
                <a:solidFill>
                  <a:schemeClr val="dk1"/>
                </a:solidFill>
                <a:latin typeface="Calibri" panose="020F0502020204030204"/>
                <a:ea typeface="Calibri" panose="020F0502020204030204"/>
                <a:cs typeface="Calibri" panose="020F0502020204030204"/>
                <a:sym typeface="Calibri" panose="020F0502020204030204"/>
              </a:rPr>
              <a:t> </a:t>
            </a:r>
            <a:r>
              <a:rPr lang="en-US" sz="2800" dirty="0" err="1">
                <a:solidFill>
                  <a:schemeClr val="dk1"/>
                </a:solidFill>
                <a:latin typeface="Calibri" panose="020F0502020204030204"/>
                <a:ea typeface="Calibri" panose="020F0502020204030204"/>
                <a:cs typeface="Calibri" panose="020F0502020204030204"/>
                <a:sym typeface="Calibri" panose="020F0502020204030204"/>
              </a:rPr>
              <a:t>cảnh</a:t>
            </a:r>
            <a:r>
              <a:rPr lang="en-US" sz="2800" dirty="0">
                <a:solidFill>
                  <a:schemeClr val="dk1"/>
                </a:solidFill>
                <a:latin typeface="Calibri" panose="020F0502020204030204"/>
                <a:ea typeface="Calibri" panose="020F0502020204030204"/>
                <a:cs typeface="Calibri" panose="020F0502020204030204"/>
                <a:sym typeface="Calibri" panose="020F0502020204030204"/>
              </a:rPr>
              <a:t>.</a:t>
            </a:r>
          </a:p>
        </p:txBody>
      </p:sp>
      <p:sp>
        <p:nvSpPr>
          <p:cNvPr id="78" name="Google Shape;78;p4"/>
          <p:cNvSpPr txBox="1">
            <a:spLocks noGrp="1"/>
          </p:cNvSpPr>
          <p:nvPr>
            <p:ph type="title"/>
          </p:nvPr>
        </p:nvSpPr>
        <p:spPr>
          <a:xfrm>
            <a:off x="406400" y="254849"/>
            <a:ext cx="11379200" cy="613833"/>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2"/>
              </a:buClr>
              <a:buSzPts val="2800"/>
              <a:buFont typeface="Quattrocento Sans" panose="020B0502050000020003"/>
              <a:buNone/>
            </a:pPr>
            <a:r>
              <a:rPr lang="en-US" dirty="0"/>
              <a:t>2 </a:t>
            </a:r>
            <a:r>
              <a:rPr lang="en-US" dirty="0" err="1"/>
              <a:t>Tính thẩm mỹ trong thiết kế web</a:t>
            </a:r>
            <a:endParaRPr dirty="0"/>
          </a:p>
        </p:txBody>
      </p:sp>
      <p:pic>
        <p:nvPicPr>
          <p:cNvPr id="4" name="Picture 3"/>
          <p:cNvPicPr>
            <a:picLocks noChangeAspect="1"/>
          </p:cNvPicPr>
          <p:nvPr/>
        </p:nvPicPr>
        <p:blipFill>
          <a:blip r:embed="rId3"/>
          <a:stretch>
            <a:fillRect/>
          </a:stretch>
        </p:blipFill>
        <p:spPr>
          <a:xfrm>
            <a:off x="6143159" y="1344705"/>
            <a:ext cx="5642441" cy="3506994"/>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75"/>
        <p:cNvGrpSpPr/>
        <p:nvPr/>
      </p:nvGrpSpPr>
      <p:grpSpPr>
        <a:xfrm>
          <a:off x="0" y="0"/>
          <a:ext cx="0" cy="0"/>
          <a:chOff x="0" y="0"/>
          <a:chExt cx="0" cy="0"/>
        </a:xfrm>
      </p:grpSpPr>
      <p:sp>
        <p:nvSpPr>
          <p:cNvPr id="77" name="Google Shape;77;p4"/>
          <p:cNvSpPr txBox="1"/>
          <p:nvPr/>
        </p:nvSpPr>
        <p:spPr>
          <a:xfrm>
            <a:off x="457200" y="1066800"/>
            <a:ext cx="4641925" cy="4358076"/>
          </a:xfrm>
          <a:prstGeom prst="rect">
            <a:avLst/>
          </a:prstGeom>
          <a:noFill/>
          <a:ln>
            <a:noFill/>
          </a:ln>
        </p:spPr>
        <p:txBody>
          <a:bodyPr spcFirstLastPara="1" wrap="square" lIns="91425" tIns="45700" rIns="91425" bIns="45700" anchor="t" anchorCtr="0">
            <a:spAutoFit/>
          </a:bodyPr>
          <a:lstStyle/>
          <a:p>
            <a:pPr marL="0" lvl="0" indent="0">
              <a:lnSpc>
                <a:spcPct val="110000"/>
              </a:lnSpc>
              <a:buClr>
                <a:schemeClr val="accent1"/>
              </a:buClr>
              <a:buSzPts val="2800"/>
              <a:buFont typeface="Noto Sans Symbols"/>
              <a:buNone/>
            </a:pPr>
            <a:r>
              <a:rPr lang="en-US" sz="2800" b="1" dirty="0">
                <a:solidFill>
                  <a:schemeClr val="dk1"/>
                </a:solidFill>
                <a:latin typeface="Calibri" panose="020F0502020204030204"/>
                <a:ea typeface="Calibri" panose="020F0502020204030204"/>
                <a:cs typeface="Calibri" panose="020F0502020204030204"/>
                <a:sym typeface="Calibri" panose="020F0502020204030204"/>
              </a:rPr>
              <a:t>2.4. </a:t>
            </a:r>
            <a:r>
              <a:rPr lang="en-US" sz="2800" b="1" dirty="0" err="1">
                <a:solidFill>
                  <a:schemeClr val="dk1"/>
                </a:solidFill>
                <a:latin typeface="Calibri" panose="020F0502020204030204"/>
                <a:ea typeface="Calibri" panose="020F0502020204030204"/>
                <a:cs typeface="Calibri" panose="020F0502020204030204"/>
                <a:sym typeface="Calibri" panose="020F0502020204030204"/>
              </a:rPr>
              <a:t>Kiểu</a:t>
            </a:r>
            <a:r>
              <a:rPr lang="en-US" sz="2800" b="1" dirty="0">
                <a:solidFill>
                  <a:schemeClr val="dk1"/>
                </a:solidFill>
                <a:latin typeface="Calibri" panose="020F0502020204030204"/>
                <a:ea typeface="Calibri" panose="020F0502020204030204"/>
                <a:cs typeface="Calibri" panose="020F0502020204030204"/>
                <a:sym typeface="Calibri" panose="020F0502020204030204"/>
              </a:rPr>
              <a:t> </a:t>
            </a:r>
            <a:r>
              <a:rPr lang="en-US" sz="2800" b="1" dirty="0" err="1">
                <a:solidFill>
                  <a:schemeClr val="dk1"/>
                </a:solidFill>
                <a:latin typeface="Calibri" panose="020F0502020204030204"/>
                <a:ea typeface="Calibri" panose="020F0502020204030204"/>
                <a:cs typeface="Calibri" panose="020F0502020204030204"/>
                <a:sym typeface="Calibri" panose="020F0502020204030204"/>
              </a:rPr>
              <a:t>chữ</a:t>
            </a:r>
            <a:r>
              <a:rPr lang="en-US" sz="2800" b="1" dirty="0">
                <a:solidFill>
                  <a:schemeClr val="dk1"/>
                </a:solidFill>
                <a:latin typeface="Calibri" panose="020F0502020204030204"/>
                <a:ea typeface="Calibri" panose="020F0502020204030204"/>
                <a:cs typeface="Calibri" panose="020F0502020204030204"/>
                <a:sym typeface="Calibri" panose="020F0502020204030204"/>
              </a:rPr>
              <a:t>: </a:t>
            </a:r>
          </a:p>
          <a:p>
            <a:pPr marL="457200" lvl="0" indent="-457200">
              <a:lnSpc>
                <a:spcPct val="110000"/>
              </a:lnSpc>
              <a:buClr>
                <a:schemeClr val="accent1"/>
              </a:buClr>
              <a:buSzPts val="2800"/>
              <a:buFontTx/>
              <a:buChar char="-"/>
            </a:pPr>
            <a:r>
              <a:rPr lang="en-US" sz="2800" dirty="0" err="1">
                <a:solidFill>
                  <a:schemeClr val="dk1"/>
                </a:solidFill>
                <a:latin typeface="Calibri" panose="020F0502020204030204"/>
                <a:ea typeface="Calibri" panose="020F0502020204030204"/>
                <a:cs typeface="Calibri" panose="020F0502020204030204"/>
                <a:sym typeface="Calibri" panose="020F0502020204030204"/>
              </a:rPr>
              <a:t>Sự</a:t>
            </a:r>
            <a:r>
              <a:rPr lang="en-US" sz="2800" dirty="0">
                <a:solidFill>
                  <a:schemeClr val="dk1"/>
                </a:solidFill>
                <a:latin typeface="Calibri" panose="020F0502020204030204"/>
                <a:ea typeface="Calibri" panose="020F0502020204030204"/>
                <a:cs typeface="Calibri" panose="020F0502020204030204"/>
                <a:sym typeface="Calibri" panose="020F0502020204030204"/>
              </a:rPr>
              <a:t> </a:t>
            </a:r>
            <a:r>
              <a:rPr lang="en-US" sz="2800" dirty="0" err="1">
                <a:solidFill>
                  <a:schemeClr val="dk1"/>
                </a:solidFill>
                <a:latin typeface="Calibri" panose="020F0502020204030204"/>
                <a:ea typeface="Calibri" panose="020F0502020204030204"/>
                <a:cs typeface="Calibri" panose="020F0502020204030204"/>
                <a:sym typeface="Calibri" panose="020F0502020204030204"/>
              </a:rPr>
              <a:t>lựa</a:t>
            </a:r>
            <a:r>
              <a:rPr lang="en-US" sz="2800" dirty="0">
                <a:solidFill>
                  <a:schemeClr val="dk1"/>
                </a:solidFill>
                <a:latin typeface="Calibri" panose="020F0502020204030204"/>
                <a:ea typeface="Calibri" panose="020F0502020204030204"/>
                <a:cs typeface="Calibri" panose="020F0502020204030204"/>
                <a:sym typeface="Calibri" panose="020F0502020204030204"/>
              </a:rPr>
              <a:t> </a:t>
            </a:r>
            <a:r>
              <a:rPr lang="en-US" sz="2800" dirty="0" err="1">
                <a:solidFill>
                  <a:schemeClr val="dk1"/>
                </a:solidFill>
                <a:latin typeface="Calibri" panose="020F0502020204030204"/>
                <a:ea typeface="Calibri" panose="020F0502020204030204"/>
                <a:cs typeface="Calibri" panose="020F0502020204030204"/>
                <a:sym typeface="Calibri" panose="020F0502020204030204"/>
              </a:rPr>
              <a:t>chọn</a:t>
            </a:r>
            <a:r>
              <a:rPr lang="en-US" sz="2800" dirty="0">
                <a:solidFill>
                  <a:schemeClr val="dk1"/>
                </a:solidFill>
                <a:latin typeface="Calibri" panose="020F0502020204030204"/>
                <a:ea typeface="Calibri" panose="020F0502020204030204"/>
                <a:cs typeface="Calibri" panose="020F0502020204030204"/>
                <a:sym typeface="Calibri" panose="020F0502020204030204"/>
              </a:rPr>
              <a:t> </a:t>
            </a:r>
            <a:r>
              <a:rPr lang="en-US" sz="2800" dirty="0" err="1">
                <a:solidFill>
                  <a:schemeClr val="dk1"/>
                </a:solidFill>
                <a:latin typeface="Calibri" panose="020F0502020204030204"/>
                <a:ea typeface="Calibri" panose="020F0502020204030204"/>
                <a:cs typeface="Calibri" panose="020F0502020204030204"/>
                <a:sym typeface="Calibri" panose="020F0502020204030204"/>
              </a:rPr>
              <a:t>kiểu</a:t>
            </a:r>
            <a:r>
              <a:rPr lang="en-US" sz="2800" dirty="0">
                <a:solidFill>
                  <a:schemeClr val="dk1"/>
                </a:solidFill>
                <a:latin typeface="Calibri" panose="020F0502020204030204"/>
                <a:ea typeface="Calibri" panose="020F0502020204030204"/>
                <a:cs typeface="Calibri" panose="020F0502020204030204"/>
                <a:sym typeface="Calibri" panose="020F0502020204030204"/>
              </a:rPr>
              <a:t> </a:t>
            </a:r>
            <a:r>
              <a:rPr lang="en-US" sz="2800" dirty="0" err="1">
                <a:solidFill>
                  <a:schemeClr val="dk1"/>
                </a:solidFill>
                <a:latin typeface="Calibri" panose="020F0502020204030204"/>
                <a:ea typeface="Calibri" panose="020F0502020204030204"/>
                <a:cs typeface="Calibri" panose="020F0502020204030204"/>
                <a:sym typeface="Calibri" panose="020F0502020204030204"/>
              </a:rPr>
              <a:t>chữ</a:t>
            </a:r>
            <a:r>
              <a:rPr lang="en-US" sz="2800" dirty="0">
                <a:solidFill>
                  <a:schemeClr val="dk1"/>
                </a:solidFill>
                <a:latin typeface="Calibri" panose="020F0502020204030204"/>
                <a:ea typeface="Calibri" panose="020F0502020204030204"/>
                <a:cs typeface="Calibri" panose="020F0502020204030204"/>
                <a:sym typeface="Calibri" panose="020F0502020204030204"/>
              </a:rPr>
              <a:t> </a:t>
            </a:r>
            <a:r>
              <a:rPr lang="en-US" sz="2800" dirty="0" err="1">
                <a:solidFill>
                  <a:schemeClr val="dk1"/>
                </a:solidFill>
                <a:latin typeface="Calibri" panose="020F0502020204030204"/>
                <a:ea typeface="Calibri" panose="020F0502020204030204"/>
                <a:cs typeface="Calibri" panose="020F0502020204030204"/>
                <a:sym typeface="Calibri" panose="020F0502020204030204"/>
              </a:rPr>
              <a:t>phù</a:t>
            </a:r>
            <a:r>
              <a:rPr lang="en-US" sz="2800" dirty="0">
                <a:solidFill>
                  <a:schemeClr val="dk1"/>
                </a:solidFill>
                <a:latin typeface="Calibri" panose="020F0502020204030204"/>
                <a:ea typeface="Calibri" panose="020F0502020204030204"/>
                <a:cs typeface="Calibri" panose="020F0502020204030204"/>
                <a:sym typeface="Calibri" panose="020F0502020204030204"/>
              </a:rPr>
              <a:t> </a:t>
            </a:r>
            <a:r>
              <a:rPr lang="en-US" sz="2800" dirty="0" err="1">
                <a:solidFill>
                  <a:schemeClr val="dk1"/>
                </a:solidFill>
                <a:latin typeface="Calibri" panose="020F0502020204030204"/>
                <a:ea typeface="Calibri" panose="020F0502020204030204"/>
                <a:cs typeface="Calibri" panose="020F0502020204030204"/>
                <a:sym typeface="Calibri" panose="020F0502020204030204"/>
              </a:rPr>
              <a:t>hợp</a:t>
            </a:r>
            <a:r>
              <a:rPr lang="en-US" sz="2800" dirty="0">
                <a:solidFill>
                  <a:schemeClr val="dk1"/>
                </a:solidFill>
                <a:latin typeface="Calibri" panose="020F0502020204030204"/>
                <a:ea typeface="Calibri" panose="020F0502020204030204"/>
                <a:cs typeface="Calibri" panose="020F0502020204030204"/>
                <a:sym typeface="Calibri" panose="020F0502020204030204"/>
              </a:rPr>
              <a:t> </a:t>
            </a:r>
            <a:r>
              <a:rPr lang="en-US" sz="2800" dirty="0" err="1">
                <a:solidFill>
                  <a:schemeClr val="dk1"/>
                </a:solidFill>
                <a:latin typeface="Calibri" panose="020F0502020204030204"/>
                <a:ea typeface="Calibri" panose="020F0502020204030204"/>
                <a:cs typeface="Calibri" panose="020F0502020204030204"/>
                <a:sym typeface="Calibri" panose="020F0502020204030204"/>
              </a:rPr>
              <a:t>sẽ</a:t>
            </a:r>
            <a:r>
              <a:rPr lang="en-US" sz="2800" dirty="0">
                <a:solidFill>
                  <a:schemeClr val="dk1"/>
                </a:solidFill>
                <a:latin typeface="Calibri" panose="020F0502020204030204"/>
                <a:ea typeface="Calibri" panose="020F0502020204030204"/>
                <a:cs typeface="Calibri" panose="020F0502020204030204"/>
                <a:sym typeface="Calibri" panose="020F0502020204030204"/>
              </a:rPr>
              <a:t> </a:t>
            </a:r>
            <a:r>
              <a:rPr lang="en-US" sz="2800" dirty="0" err="1">
                <a:solidFill>
                  <a:schemeClr val="dk1"/>
                </a:solidFill>
                <a:latin typeface="Calibri" panose="020F0502020204030204"/>
                <a:ea typeface="Calibri" panose="020F0502020204030204"/>
                <a:cs typeface="Calibri" panose="020F0502020204030204"/>
                <a:sym typeface="Calibri" panose="020F0502020204030204"/>
              </a:rPr>
              <a:t>giúp</a:t>
            </a:r>
            <a:r>
              <a:rPr lang="en-US" sz="2800" dirty="0">
                <a:solidFill>
                  <a:schemeClr val="dk1"/>
                </a:solidFill>
                <a:latin typeface="Calibri" panose="020F0502020204030204"/>
                <a:ea typeface="Calibri" panose="020F0502020204030204"/>
                <a:cs typeface="Calibri" panose="020F0502020204030204"/>
                <a:sym typeface="Calibri" panose="020F0502020204030204"/>
              </a:rPr>
              <a:t> </a:t>
            </a:r>
            <a:r>
              <a:rPr lang="en-US" sz="2800" dirty="0" err="1">
                <a:solidFill>
                  <a:schemeClr val="dk1"/>
                </a:solidFill>
                <a:latin typeface="Calibri" panose="020F0502020204030204"/>
                <a:ea typeface="Calibri" panose="020F0502020204030204"/>
                <a:cs typeface="Calibri" panose="020F0502020204030204"/>
                <a:sym typeface="Calibri" panose="020F0502020204030204"/>
              </a:rPr>
              <a:t>trang</a:t>
            </a:r>
            <a:r>
              <a:rPr lang="en-US" sz="2800" dirty="0">
                <a:solidFill>
                  <a:schemeClr val="dk1"/>
                </a:solidFill>
                <a:latin typeface="Calibri" panose="020F0502020204030204"/>
                <a:ea typeface="Calibri" panose="020F0502020204030204"/>
                <a:cs typeface="Calibri" panose="020F0502020204030204"/>
                <a:sym typeface="Calibri" panose="020F0502020204030204"/>
              </a:rPr>
              <a:t> web </a:t>
            </a:r>
            <a:r>
              <a:rPr lang="en-US" sz="2800" dirty="0" err="1">
                <a:solidFill>
                  <a:schemeClr val="dk1"/>
                </a:solidFill>
                <a:latin typeface="Calibri" panose="020F0502020204030204"/>
                <a:ea typeface="Calibri" panose="020F0502020204030204"/>
                <a:cs typeface="Calibri" panose="020F0502020204030204"/>
                <a:sym typeface="Calibri" panose="020F0502020204030204"/>
              </a:rPr>
              <a:t>trở</a:t>
            </a:r>
            <a:r>
              <a:rPr lang="en-US" sz="2800" dirty="0">
                <a:solidFill>
                  <a:schemeClr val="dk1"/>
                </a:solidFill>
                <a:latin typeface="Calibri" panose="020F0502020204030204"/>
                <a:ea typeface="Calibri" panose="020F0502020204030204"/>
                <a:cs typeface="Calibri" panose="020F0502020204030204"/>
                <a:sym typeface="Calibri" panose="020F0502020204030204"/>
              </a:rPr>
              <a:t> </a:t>
            </a:r>
            <a:r>
              <a:rPr lang="en-US" sz="2800" dirty="0" err="1">
                <a:solidFill>
                  <a:schemeClr val="dk1"/>
                </a:solidFill>
                <a:latin typeface="Calibri" panose="020F0502020204030204"/>
                <a:ea typeface="Calibri" panose="020F0502020204030204"/>
                <a:cs typeface="Calibri" panose="020F0502020204030204"/>
                <a:sym typeface="Calibri" panose="020F0502020204030204"/>
              </a:rPr>
              <a:t>nên</a:t>
            </a:r>
            <a:r>
              <a:rPr lang="en-US" sz="2800" dirty="0">
                <a:solidFill>
                  <a:schemeClr val="dk1"/>
                </a:solidFill>
                <a:latin typeface="Calibri" panose="020F0502020204030204"/>
                <a:ea typeface="Calibri" panose="020F0502020204030204"/>
                <a:cs typeface="Calibri" panose="020F0502020204030204"/>
                <a:sym typeface="Calibri" panose="020F0502020204030204"/>
              </a:rPr>
              <a:t> </a:t>
            </a:r>
            <a:r>
              <a:rPr lang="en-US" sz="2800" dirty="0" err="1">
                <a:solidFill>
                  <a:schemeClr val="dk1"/>
                </a:solidFill>
                <a:latin typeface="Calibri" panose="020F0502020204030204"/>
                <a:ea typeface="Calibri" panose="020F0502020204030204"/>
                <a:cs typeface="Calibri" panose="020F0502020204030204"/>
                <a:sym typeface="Calibri" panose="020F0502020204030204"/>
              </a:rPr>
              <a:t>dễ</a:t>
            </a:r>
            <a:r>
              <a:rPr lang="en-US" sz="2800" dirty="0">
                <a:solidFill>
                  <a:schemeClr val="dk1"/>
                </a:solidFill>
                <a:latin typeface="Calibri" panose="020F0502020204030204"/>
                <a:ea typeface="Calibri" panose="020F0502020204030204"/>
                <a:cs typeface="Calibri" panose="020F0502020204030204"/>
                <a:sym typeface="Calibri" panose="020F0502020204030204"/>
              </a:rPr>
              <a:t> </a:t>
            </a:r>
            <a:r>
              <a:rPr lang="en-US" sz="2800" dirty="0" err="1">
                <a:solidFill>
                  <a:schemeClr val="dk1"/>
                </a:solidFill>
                <a:latin typeface="Calibri" panose="020F0502020204030204"/>
                <a:ea typeface="Calibri" panose="020F0502020204030204"/>
                <a:cs typeface="Calibri" panose="020F0502020204030204"/>
                <a:sym typeface="Calibri" panose="020F0502020204030204"/>
              </a:rPr>
              <a:t>đọc</a:t>
            </a:r>
            <a:r>
              <a:rPr lang="en-US" sz="2800" dirty="0">
                <a:solidFill>
                  <a:schemeClr val="dk1"/>
                </a:solidFill>
                <a:latin typeface="Calibri" panose="020F0502020204030204"/>
                <a:ea typeface="Calibri" panose="020F0502020204030204"/>
                <a:cs typeface="Calibri" panose="020F0502020204030204"/>
                <a:sym typeface="Calibri" panose="020F0502020204030204"/>
              </a:rPr>
              <a:t>, </a:t>
            </a:r>
            <a:r>
              <a:rPr lang="en-US" sz="2800" dirty="0" err="1">
                <a:solidFill>
                  <a:schemeClr val="dk1"/>
                </a:solidFill>
                <a:latin typeface="Calibri" panose="020F0502020204030204"/>
                <a:ea typeface="Calibri" panose="020F0502020204030204"/>
                <a:cs typeface="Calibri" panose="020F0502020204030204"/>
                <a:sym typeface="Calibri" panose="020F0502020204030204"/>
              </a:rPr>
              <a:t>thân</a:t>
            </a:r>
            <a:r>
              <a:rPr lang="en-US" sz="2800" dirty="0">
                <a:solidFill>
                  <a:schemeClr val="dk1"/>
                </a:solidFill>
                <a:latin typeface="Calibri" panose="020F0502020204030204"/>
                <a:ea typeface="Calibri" panose="020F0502020204030204"/>
                <a:cs typeface="Calibri" panose="020F0502020204030204"/>
                <a:sym typeface="Calibri" panose="020F0502020204030204"/>
              </a:rPr>
              <a:t> </a:t>
            </a:r>
            <a:r>
              <a:rPr lang="en-US" sz="2800" dirty="0" err="1">
                <a:solidFill>
                  <a:schemeClr val="dk1"/>
                </a:solidFill>
                <a:latin typeface="Calibri" panose="020F0502020204030204"/>
                <a:ea typeface="Calibri" panose="020F0502020204030204"/>
                <a:cs typeface="Calibri" panose="020F0502020204030204"/>
                <a:sym typeface="Calibri" panose="020F0502020204030204"/>
              </a:rPr>
              <a:t>thiện</a:t>
            </a:r>
            <a:r>
              <a:rPr lang="en-US" sz="2800" dirty="0">
                <a:solidFill>
                  <a:schemeClr val="dk1"/>
                </a:solidFill>
                <a:latin typeface="Calibri" panose="020F0502020204030204"/>
                <a:ea typeface="Calibri" panose="020F0502020204030204"/>
                <a:cs typeface="Calibri" panose="020F0502020204030204"/>
                <a:sym typeface="Calibri" panose="020F0502020204030204"/>
              </a:rPr>
              <a:t> </a:t>
            </a:r>
            <a:r>
              <a:rPr lang="en-US" sz="2800" dirty="0" err="1">
                <a:solidFill>
                  <a:schemeClr val="dk1"/>
                </a:solidFill>
                <a:latin typeface="Calibri" panose="020F0502020204030204"/>
                <a:ea typeface="Calibri" panose="020F0502020204030204"/>
                <a:cs typeface="Calibri" panose="020F0502020204030204"/>
                <a:sym typeface="Calibri" panose="020F0502020204030204"/>
              </a:rPr>
              <a:t>và</a:t>
            </a:r>
            <a:r>
              <a:rPr lang="en-US" sz="2800" dirty="0">
                <a:solidFill>
                  <a:schemeClr val="dk1"/>
                </a:solidFill>
                <a:latin typeface="Calibri" panose="020F0502020204030204"/>
                <a:ea typeface="Calibri" panose="020F0502020204030204"/>
                <a:cs typeface="Calibri" panose="020F0502020204030204"/>
                <a:sym typeface="Calibri" panose="020F0502020204030204"/>
              </a:rPr>
              <a:t> </a:t>
            </a:r>
            <a:r>
              <a:rPr lang="en-US" sz="2800" dirty="0" err="1">
                <a:solidFill>
                  <a:schemeClr val="dk1"/>
                </a:solidFill>
                <a:latin typeface="Calibri" panose="020F0502020204030204"/>
                <a:ea typeface="Calibri" panose="020F0502020204030204"/>
                <a:cs typeface="Calibri" panose="020F0502020204030204"/>
                <a:sym typeface="Calibri" panose="020F0502020204030204"/>
              </a:rPr>
              <a:t>chuyên</a:t>
            </a:r>
            <a:r>
              <a:rPr lang="en-US" sz="2800" dirty="0">
                <a:solidFill>
                  <a:schemeClr val="dk1"/>
                </a:solidFill>
                <a:latin typeface="Calibri" panose="020F0502020204030204"/>
                <a:ea typeface="Calibri" panose="020F0502020204030204"/>
                <a:cs typeface="Calibri" panose="020F0502020204030204"/>
                <a:sym typeface="Calibri" panose="020F0502020204030204"/>
              </a:rPr>
              <a:t> </a:t>
            </a:r>
            <a:r>
              <a:rPr lang="en-US" sz="2800" dirty="0" err="1">
                <a:solidFill>
                  <a:schemeClr val="dk1"/>
                </a:solidFill>
                <a:latin typeface="Calibri" panose="020F0502020204030204"/>
                <a:ea typeface="Calibri" panose="020F0502020204030204"/>
                <a:cs typeface="Calibri" panose="020F0502020204030204"/>
                <a:sym typeface="Calibri" panose="020F0502020204030204"/>
              </a:rPr>
              <a:t>nghiệp</a:t>
            </a:r>
            <a:r>
              <a:rPr lang="en-US" sz="2800" dirty="0">
                <a:solidFill>
                  <a:schemeClr val="dk1"/>
                </a:solidFill>
                <a:latin typeface="Calibri" panose="020F0502020204030204"/>
                <a:ea typeface="Calibri" panose="020F0502020204030204"/>
                <a:cs typeface="Calibri" panose="020F0502020204030204"/>
                <a:sym typeface="Calibri" panose="020F0502020204030204"/>
              </a:rPr>
              <a:t> </a:t>
            </a:r>
            <a:r>
              <a:rPr lang="en-US" sz="2800" dirty="0" err="1">
                <a:solidFill>
                  <a:schemeClr val="dk1"/>
                </a:solidFill>
                <a:latin typeface="Calibri" panose="020F0502020204030204"/>
                <a:ea typeface="Calibri" panose="020F0502020204030204"/>
                <a:cs typeface="Calibri" panose="020F0502020204030204"/>
                <a:sym typeface="Calibri" panose="020F0502020204030204"/>
              </a:rPr>
              <a:t>hơn</a:t>
            </a:r>
            <a:r>
              <a:rPr lang="en-US" sz="2800" dirty="0">
                <a:solidFill>
                  <a:schemeClr val="dk1"/>
                </a:solidFill>
                <a:latin typeface="Calibri" panose="020F0502020204030204"/>
                <a:ea typeface="Calibri" panose="020F0502020204030204"/>
                <a:cs typeface="Calibri" panose="020F0502020204030204"/>
                <a:sym typeface="Calibri" panose="020F0502020204030204"/>
              </a:rPr>
              <a:t>. </a:t>
            </a:r>
          </a:p>
          <a:p>
            <a:pPr marL="457200" lvl="0" indent="-457200">
              <a:lnSpc>
                <a:spcPct val="110000"/>
              </a:lnSpc>
              <a:buClr>
                <a:schemeClr val="accent1"/>
              </a:buClr>
              <a:buSzPts val="2800"/>
              <a:buFontTx/>
              <a:buChar char="-"/>
            </a:pPr>
            <a:r>
              <a:rPr lang="en-US" sz="2800" dirty="0" err="1">
                <a:solidFill>
                  <a:schemeClr val="dk1"/>
                </a:solidFill>
                <a:latin typeface="Calibri" panose="020F0502020204030204"/>
                <a:ea typeface="Calibri" panose="020F0502020204030204"/>
                <a:cs typeface="Calibri" panose="020F0502020204030204"/>
                <a:sym typeface="Calibri" panose="020F0502020204030204"/>
              </a:rPr>
              <a:t>Kiểu</a:t>
            </a:r>
            <a:r>
              <a:rPr lang="en-US" sz="2800" dirty="0">
                <a:solidFill>
                  <a:schemeClr val="dk1"/>
                </a:solidFill>
                <a:latin typeface="Calibri" panose="020F0502020204030204"/>
                <a:ea typeface="Calibri" panose="020F0502020204030204"/>
                <a:cs typeface="Calibri" panose="020F0502020204030204"/>
                <a:sym typeface="Calibri" panose="020F0502020204030204"/>
              </a:rPr>
              <a:t> </a:t>
            </a:r>
            <a:r>
              <a:rPr lang="en-US" sz="2800" dirty="0" err="1">
                <a:solidFill>
                  <a:schemeClr val="dk1"/>
                </a:solidFill>
                <a:latin typeface="Calibri" panose="020F0502020204030204"/>
                <a:ea typeface="Calibri" panose="020F0502020204030204"/>
                <a:cs typeface="Calibri" panose="020F0502020204030204"/>
                <a:sym typeface="Calibri" panose="020F0502020204030204"/>
              </a:rPr>
              <a:t>chữ</a:t>
            </a:r>
            <a:r>
              <a:rPr lang="en-US" sz="2800" dirty="0">
                <a:solidFill>
                  <a:schemeClr val="dk1"/>
                </a:solidFill>
                <a:latin typeface="Calibri" panose="020F0502020204030204"/>
                <a:ea typeface="Calibri" panose="020F0502020204030204"/>
                <a:cs typeface="Calibri" panose="020F0502020204030204"/>
                <a:sym typeface="Calibri" panose="020F0502020204030204"/>
              </a:rPr>
              <a:t> </a:t>
            </a:r>
            <a:r>
              <a:rPr lang="en-US" sz="2800" dirty="0" err="1">
                <a:solidFill>
                  <a:schemeClr val="dk1"/>
                </a:solidFill>
                <a:latin typeface="Calibri" panose="020F0502020204030204"/>
                <a:ea typeface="Calibri" panose="020F0502020204030204"/>
                <a:cs typeface="Calibri" panose="020F0502020204030204"/>
                <a:sym typeface="Calibri" panose="020F0502020204030204"/>
              </a:rPr>
              <a:t>cần</a:t>
            </a:r>
            <a:r>
              <a:rPr lang="en-US" sz="2800" dirty="0">
                <a:solidFill>
                  <a:schemeClr val="dk1"/>
                </a:solidFill>
                <a:latin typeface="Calibri" panose="020F0502020204030204"/>
                <a:ea typeface="Calibri" panose="020F0502020204030204"/>
                <a:cs typeface="Calibri" panose="020F0502020204030204"/>
                <a:sym typeface="Calibri" panose="020F0502020204030204"/>
              </a:rPr>
              <a:t> </a:t>
            </a:r>
            <a:r>
              <a:rPr lang="en-US" sz="2800" dirty="0" err="1">
                <a:solidFill>
                  <a:schemeClr val="dk1"/>
                </a:solidFill>
                <a:latin typeface="Calibri" panose="020F0502020204030204"/>
                <a:ea typeface="Calibri" panose="020F0502020204030204"/>
                <a:cs typeface="Calibri" panose="020F0502020204030204"/>
                <a:sym typeface="Calibri" panose="020F0502020204030204"/>
              </a:rPr>
              <a:t>phải</a:t>
            </a:r>
            <a:r>
              <a:rPr lang="en-US" sz="2800" dirty="0">
                <a:solidFill>
                  <a:schemeClr val="dk1"/>
                </a:solidFill>
                <a:latin typeface="Calibri" panose="020F0502020204030204"/>
                <a:ea typeface="Calibri" panose="020F0502020204030204"/>
                <a:cs typeface="Calibri" panose="020F0502020204030204"/>
                <a:sym typeface="Calibri" panose="020F0502020204030204"/>
              </a:rPr>
              <a:t> </a:t>
            </a:r>
            <a:r>
              <a:rPr lang="en-US" sz="2800" dirty="0" err="1">
                <a:solidFill>
                  <a:schemeClr val="dk1"/>
                </a:solidFill>
                <a:latin typeface="Calibri" panose="020F0502020204030204"/>
                <a:ea typeface="Calibri" panose="020F0502020204030204"/>
                <a:cs typeface="Calibri" panose="020F0502020204030204"/>
                <a:sym typeface="Calibri" panose="020F0502020204030204"/>
              </a:rPr>
              <a:t>trùng</a:t>
            </a:r>
            <a:r>
              <a:rPr lang="en-US" sz="2800" dirty="0">
                <a:solidFill>
                  <a:schemeClr val="dk1"/>
                </a:solidFill>
                <a:latin typeface="Calibri" panose="020F0502020204030204"/>
                <a:ea typeface="Calibri" panose="020F0502020204030204"/>
                <a:cs typeface="Calibri" panose="020F0502020204030204"/>
                <a:sym typeface="Calibri" panose="020F0502020204030204"/>
              </a:rPr>
              <a:t> </a:t>
            </a:r>
            <a:r>
              <a:rPr lang="en-US" sz="2800" dirty="0" err="1">
                <a:solidFill>
                  <a:schemeClr val="dk1"/>
                </a:solidFill>
                <a:latin typeface="Calibri" panose="020F0502020204030204"/>
                <a:ea typeface="Calibri" panose="020F0502020204030204"/>
                <a:cs typeface="Calibri" panose="020F0502020204030204"/>
                <a:sym typeface="Calibri" panose="020F0502020204030204"/>
              </a:rPr>
              <a:t>với</a:t>
            </a:r>
            <a:r>
              <a:rPr lang="en-US" sz="2800" dirty="0">
                <a:solidFill>
                  <a:schemeClr val="dk1"/>
                </a:solidFill>
                <a:latin typeface="Calibri" panose="020F0502020204030204"/>
                <a:ea typeface="Calibri" panose="020F0502020204030204"/>
                <a:cs typeface="Calibri" panose="020F0502020204030204"/>
                <a:sym typeface="Calibri" panose="020F0502020204030204"/>
              </a:rPr>
              <a:t> </a:t>
            </a:r>
            <a:r>
              <a:rPr lang="en-US" sz="2800" dirty="0" err="1">
                <a:solidFill>
                  <a:schemeClr val="dk1"/>
                </a:solidFill>
                <a:latin typeface="Calibri" panose="020F0502020204030204"/>
                <a:ea typeface="Calibri" panose="020F0502020204030204"/>
                <a:cs typeface="Calibri" panose="020F0502020204030204"/>
                <a:sym typeface="Calibri" panose="020F0502020204030204"/>
              </a:rPr>
              <a:t>kết</a:t>
            </a:r>
            <a:r>
              <a:rPr lang="en-US" sz="2800" dirty="0">
                <a:solidFill>
                  <a:schemeClr val="dk1"/>
                </a:solidFill>
                <a:latin typeface="Calibri" panose="020F0502020204030204"/>
                <a:ea typeface="Calibri" panose="020F0502020204030204"/>
                <a:cs typeface="Calibri" panose="020F0502020204030204"/>
                <a:sym typeface="Calibri" panose="020F0502020204030204"/>
              </a:rPr>
              <a:t> </a:t>
            </a:r>
            <a:r>
              <a:rPr lang="en-US" sz="2800" dirty="0" err="1">
                <a:solidFill>
                  <a:schemeClr val="dk1"/>
                </a:solidFill>
                <a:latin typeface="Calibri" panose="020F0502020204030204"/>
                <a:ea typeface="Calibri" panose="020F0502020204030204"/>
                <a:cs typeface="Calibri" panose="020F0502020204030204"/>
                <a:sym typeface="Calibri" panose="020F0502020204030204"/>
              </a:rPr>
              <a:t>cấu</a:t>
            </a:r>
            <a:r>
              <a:rPr lang="en-US" sz="2800" dirty="0">
                <a:solidFill>
                  <a:schemeClr val="dk1"/>
                </a:solidFill>
                <a:latin typeface="Calibri" panose="020F0502020204030204"/>
                <a:ea typeface="Calibri" panose="020F0502020204030204"/>
                <a:cs typeface="Calibri" panose="020F0502020204030204"/>
                <a:sym typeface="Calibri" panose="020F0502020204030204"/>
              </a:rPr>
              <a:t> </a:t>
            </a:r>
            <a:r>
              <a:rPr lang="en-US" sz="2800" dirty="0" err="1">
                <a:solidFill>
                  <a:schemeClr val="dk1"/>
                </a:solidFill>
                <a:latin typeface="Calibri" panose="020F0502020204030204"/>
                <a:ea typeface="Calibri" panose="020F0502020204030204"/>
                <a:cs typeface="Calibri" panose="020F0502020204030204"/>
                <a:sym typeface="Calibri" panose="020F0502020204030204"/>
              </a:rPr>
              <a:t>và</a:t>
            </a:r>
            <a:r>
              <a:rPr lang="en-US" sz="2800" dirty="0">
                <a:solidFill>
                  <a:schemeClr val="dk1"/>
                </a:solidFill>
                <a:latin typeface="Calibri" panose="020F0502020204030204"/>
                <a:ea typeface="Calibri" panose="020F0502020204030204"/>
                <a:cs typeface="Calibri" panose="020F0502020204030204"/>
                <a:sym typeface="Calibri" panose="020F0502020204030204"/>
              </a:rPr>
              <a:t> tone </a:t>
            </a:r>
            <a:r>
              <a:rPr lang="en-US" sz="2800" dirty="0" err="1">
                <a:solidFill>
                  <a:schemeClr val="dk1"/>
                </a:solidFill>
                <a:latin typeface="Calibri" panose="020F0502020204030204"/>
                <a:ea typeface="Calibri" panose="020F0502020204030204"/>
                <a:cs typeface="Calibri" panose="020F0502020204030204"/>
                <a:sym typeface="Calibri" panose="020F0502020204030204"/>
              </a:rPr>
              <a:t>màu</a:t>
            </a:r>
            <a:r>
              <a:rPr lang="en-US" sz="2800" dirty="0">
                <a:solidFill>
                  <a:schemeClr val="dk1"/>
                </a:solidFill>
                <a:latin typeface="Calibri" panose="020F0502020204030204"/>
                <a:ea typeface="Calibri" panose="020F0502020204030204"/>
                <a:cs typeface="Calibri" panose="020F0502020204030204"/>
                <a:sym typeface="Calibri" panose="020F0502020204030204"/>
              </a:rPr>
              <a:t> </a:t>
            </a:r>
            <a:r>
              <a:rPr lang="en-US" sz="2800" dirty="0" err="1">
                <a:solidFill>
                  <a:schemeClr val="dk1"/>
                </a:solidFill>
                <a:latin typeface="Calibri" panose="020F0502020204030204"/>
                <a:ea typeface="Calibri" panose="020F0502020204030204"/>
                <a:cs typeface="Calibri" panose="020F0502020204030204"/>
                <a:sym typeface="Calibri" panose="020F0502020204030204"/>
              </a:rPr>
              <a:t>của</a:t>
            </a:r>
            <a:r>
              <a:rPr lang="en-US" sz="2800" dirty="0">
                <a:solidFill>
                  <a:schemeClr val="dk1"/>
                </a:solidFill>
                <a:latin typeface="Calibri" panose="020F0502020204030204"/>
                <a:ea typeface="Calibri" panose="020F0502020204030204"/>
                <a:cs typeface="Calibri" panose="020F0502020204030204"/>
                <a:sym typeface="Calibri" panose="020F0502020204030204"/>
              </a:rPr>
              <a:t> </a:t>
            </a:r>
            <a:r>
              <a:rPr lang="en-US" sz="2800" dirty="0" err="1">
                <a:solidFill>
                  <a:schemeClr val="dk1"/>
                </a:solidFill>
                <a:latin typeface="Calibri" panose="020F0502020204030204"/>
                <a:ea typeface="Calibri" panose="020F0502020204030204"/>
                <a:cs typeface="Calibri" panose="020F0502020204030204"/>
                <a:sym typeface="Calibri" panose="020F0502020204030204"/>
              </a:rPr>
              <a:t>trang</a:t>
            </a:r>
            <a:r>
              <a:rPr lang="en-US" sz="2800" dirty="0">
                <a:solidFill>
                  <a:schemeClr val="dk1"/>
                </a:solidFill>
                <a:latin typeface="Calibri" panose="020F0502020204030204"/>
                <a:ea typeface="Calibri" panose="020F0502020204030204"/>
                <a:cs typeface="Calibri" panose="020F0502020204030204"/>
                <a:sym typeface="Calibri" panose="020F0502020204030204"/>
              </a:rPr>
              <a:t> web.</a:t>
            </a:r>
          </a:p>
          <a:p>
            <a:pPr marL="0" lvl="0" indent="0">
              <a:lnSpc>
                <a:spcPct val="110000"/>
              </a:lnSpc>
              <a:buClr>
                <a:schemeClr val="accent1"/>
              </a:buClr>
              <a:buSzPts val="2800"/>
              <a:buFont typeface="Noto Sans Symbols"/>
              <a:buNone/>
            </a:pPr>
            <a:endParaRPr lang="en-US" sz="2800" dirty="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78" name="Google Shape;78;p4"/>
          <p:cNvSpPr txBox="1">
            <a:spLocks noGrp="1"/>
          </p:cNvSpPr>
          <p:nvPr>
            <p:ph type="title"/>
          </p:nvPr>
        </p:nvSpPr>
        <p:spPr>
          <a:xfrm>
            <a:off x="406400" y="254849"/>
            <a:ext cx="11379200" cy="613833"/>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2"/>
              </a:buClr>
              <a:buSzPts val="2800"/>
              <a:buFont typeface="Quattrocento Sans" panose="020B0502050000020003"/>
              <a:buNone/>
            </a:pPr>
            <a:r>
              <a:rPr lang="en-US" dirty="0"/>
              <a:t>2 </a:t>
            </a:r>
            <a:r>
              <a:rPr lang="en-US" dirty="0" err="1"/>
              <a:t>Tính thẩm mỹ trong thiết kế web</a:t>
            </a:r>
            <a:endParaRPr dirty="0"/>
          </a:p>
        </p:txBody>
      </p:sp>
      <p:pic>
        <p:nvPicPr>
          <p:cNvPr id="4" name="Picture 3"/>
          <p:cNvPicPr>
            <a:picLocks noChangeAspect="1"/>
          </p:cNvPicPr>
          <p:nvPr/>
        </p:nvPicPr>
        <p:blipFill>
          <a:blip r:embed="rId3"/>
          <a:stretch>
            <a:fillRect/>
          </a:stretch>
        </p:blipFill>
        <p:spPr>
          <a:xfrm>
            <a:off x="5535859" y="1383171"/>
            <a:ext cx="6656141" cy="4041705"/>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75"/>
        <p:cNvGrpSpPr/>
        <p:nvPr/>
      </p:nvGrpSpPr>
      <p:grpSpPr>
        <a:xfrm>
          <a:off x="0" y="0"/>
          <a:ext cx="0" cy="0"/>
          <a:chOff x="0" y="0"/>
          <a:chExt cx="0" cy="0"/>
        </a:xfrm>
      </p:grpSpPr>
      <p:sp>
        <p:nvSpPr>
          <p:cNvPr id="77" name="Google Shape;77;p4"/>
          <p:cNvSpPr txBox="1"/>
          <p:nvPr/>
        </p:nvSpPr>
        <p:spPr>
          <a:xfrm>
            <a:off x="457200" y="1066800"/>
            <a:ext cx="4093285" cy="4358076"/>
          </a:xfrm>
          <a:prstGeom prst="rect">
            <a:avLst/>
          </a:prstGeom>
          <a:noFill/>
          <a:ln>
            <a:noFill/>
          </a:ln>
        </p:spPr>
        <p:txBody>
          <a:bodyPr spcFirstLastPara="1" wrap="square" lIns="91425" tIns="45700" rIns="91425" bIns="45700" anchor="t" anchorCtr="0">
            <a:spAutoFit/>
          </a:bodyPr>
          <a:lstStyle/>
          <a:p>
            <a:pPr marL="0" lvl="0" indent="0">
              <a:lnSpc>
                <a:spcPct val="110000"/>
              </a:lnSpc>
              <a:buClr>
                <a:schemeClr val="accent1"/>
              </a:buClr>
              <a:buSzPts val="2800"/>
              <a:buFont typeface="Noto Sans Symbols"/>
              <a:buNone/>
            </a:pPr>
            <a:r>
              <a:rPr lang="en-US" sz="2800" b="1" dirty="0">
                <a:solidFill>
                  <a:schemeClr val="dk1"/>
                </a:solidFill>
                <a:latin typeface="Calibri" panose="020F0502020204030204"/>
                <a:ea typeface="Calibri" panose="020F0502020204030204"/>
                <a:cs typeface="Calibri" panose="020F0502020204030204"/>
                <a:sym typeface="Calibri" panose="020F0502020204030204"/>
              </a:rPr>
              <a:t>2.5. </a:t>
            </a:r>
            <a:r>
              <a:rPr lang="en-US" sz="2800" b="1" dirty="0" err="1">
                <a:solidFill>
                  <a:schemeClr val="dk1"/>
                </a:solidFill>
                <a:latin typeface="Calibri" panose="020F0502020204030204"/>
                <a:ea typeface="Calibri" panose="020F0502020204030204"/>
                <a:cs typeface="Calibri" panose="020F0502020204030204"/>
                <a:sym typeface="Calibri" panose="020F0502020204030204"/>
              </a:rPr>
              <a:t>Tính</a:t>
            </a:r>
            <a:r>
              <a:rPr lang="en-US" sz="2800" b="1" dirty="0">
                <a:solidFill>
                  <a:schemeClr val="dk1"/>
                </a:solidFill>
                <a:latin typeface="Calibri" panose="020F0502020204030204"/>
                <a:ea typeface="Calibri" panose="020F0502020204030204"/>
                <a:cs typeface="Calibri" panose="020F0502020204030204"/>
                <a:sym typeface="Calibri" panose="020F0502020204030204"/>
              </a:rPr>
              <a:t> </a:t>
            </a:r>
            <a:r>
              <a:rPr lang="en-US" sz="2800" b="1" dirty="0" err="1">
                <a:solidFill>
                  <a:schemeClr val="dk1"/>
                </a:solidFill>
                <a:latin typeface="Calibri" panose="020F0502020204030204"/>
                <a:ea typeface="Calibri" panose="020F0502020204030204"/>
                <a:cs typeface="Calibri" panose="020F0502020204030204"/>
                <a:sym typeface="Calibri" panose="020F0502020204030204"/>
              </a:rPr>
              <a:t>thẩm</a:t>
            </a:r>
            <a:r>
              <a:rPr lang="en-US" sz="2800" b="1" dirty="0">
                <a:solidFill>
                  <a:schemeClr val="dk1"/>
                </a:solidFill>
                <a:latin typeface="Calibri" panose="020F0502020204030204"/>
                <a:ea typeface="Calibri" panose="020F0502020204030204"/>
                <a:cs typeface="Calibri" panose="020F0502020204030204"/>
                <a:sym typeface="Calibri" panose="020F0502020204030204"/>
              </a:rPr>
              <a:t> </a:t>
            </a:r>
            <a:r>
              <a:rPr lang="en-US" sz="2800" b="1" dirty="0" err="1">
                <a:solidFill>
                  <a:schemeClr val="dk1"/>
                </a:solidFill>
                <a:latin typeface="Calibri" panose="020F0502020204030204"/>
                <a:ea typeface="Calibri" panose="020F0502020204030204"/>
                <a:cs typeface="Calibri" panose="020F0502020204030204"/>
                <a:sym typeface="Calibri" panose="020F0502020204030204"/>
              </a:rPr>
              <a:t>mỹ</a:t>
            </a:r>
            <a:r>
              <a:rPr lang="en-US" sz="2800" b="1" dirty="0">
                <a:solidFill>
                  <a:schemeClr val="dk1"/>
                </a:solidFill>
                <a:latin typeface="Calibri" panose="020F0502020204030204"/>
                <a:ea typeface="Calibri" panose="020F0502020204030204"/>
                <a:cs typeface="Calibri" panose="020F0502020204030204"/>
                <a:sym typeface="Calibri" panose="020F0502020204030204"/>
              </a:rPr>
              <a:t> </a:t>
            </a:r>
            <a:r>
              <a:rPr lang="en-US" sz="2800" b="1" dirty="0" err="1">
                <a:solidFill>
                  <a:schemeClr val="dk1"/>
                </a:solidFill>
                <a:latin typeface="Calibri" panose="020F0502020204030204"/>
                <a:ea typeface="Calibri" panose="020F0502020204030204"/>
                <a:cs typeface="Calibri" panose="020F0502020204030204"/>
                <a:sym typeface="Calibri" panose="020F0502020204030204"/>
              </a:rPr>
              <a:t>chung</a:t>
            </a:r>
            <a:r>
              <a:rPr lang="en-US" sz="2800" b="1" dirty="0">
                <a:solidFill>
                  <a:schemeClr val="dk1"/>
                </a:solidFill>
                <a:latin typeface="Calibri" panose="020F0502020204030204"/>
                <a:ea typeface="Calibri" panose="020F0502020204030204"/>
                <a:cs typeface="Calibri" panose="020F0502020204030204"/>
                <a:sym typeface="Calibri" panose="020F0502020204030204"/>
              </a:rPr>
              <a:t>:</a:t>
            </a:r>
            <a:r>
              <a:rPr lang="en-US" sz="2800" dirty="0">
                <a:solidFill>
                  <a:schemeClr val="dk1"/>
                </a:solidFill>
                <a:latin typeface="Calibri" panose="020F0502020204030204"/>
                <a:ea typeface="Calibri" panose="020F0502020204030204"/>
                <a:cs typeface="Calibri" panose="020F0502020204030204"/>
                <a:sym typeface="Calibri" panose="020F0502020204030204"/>
              </a:rPr>
              <a:t> </a:t>
            </a:r>
          </a:p>
          <a:p>
            <a:pPr marL="0" lvl="0" indent="0">
              <a:lnSpc>
                <a:spcPct val="110000"/>
              </a:lnSpc>
              <a:buClr>
                <a:schemeClr val="accent1"/>
              </a:buClr>
              <a:buSzPts val="2800"/>
              <a:buFont typeface="Noto Sans Symbols"/>
              <a:buNone/>
            </a:pPr>
            <a:r>
              <a:rPr lang="en-US" sz="2800" dirty="0" err="1">
                <a:solidFill>
                  <a:schemeClr val="dk1"/>
                </a:solidFill>
                <a:latin typeface="Calibri" panose="020F0502020204030204"/>
                <a:ea typeface="Calibri" panose="020F0502020204030204"/>
                <a:cs typeface="Calibri" panose="020F0502020204030204"/>
                <a:sym typeface="Calibri" panose="020F0502020204030204"/>
              </a:rPr>
              <a:t>Thiết</a:t>
            </a:r>
            <a:r>
              <a:rPr lang="en-US" sz="2800" dirty="0">
                <a:solidFill>
                  <a:schemeClr val="dk1"/>
                </a:solidFill>
                <a:latin typeface="Calibri" panose="020F0502020204030204"/>
                <a:ea typeface="Calibri" panose="020F0502020204030204"/>
                <a:cs typeface="Calibri" panose="020F0502020204030204"/>
                <a:sym typeface="Calibri" panose="020F0502020204030204"/>
              </a:rPr>
              <a:t> </a:t>
            </a:r>
            <a:r>
              <a:rPr lang="en-US" sz="2800" dirty="0" err="1">
                <a:solidFill>
                  <a:schemeClr val="dk1"/>
                </a:solidFill>
                <a:latin typeface="Calibri" panose="020F0502020204030204"/>
                <a:ea typeface="Calibri" panose="020F0502020204030204"/>
                <a:cs typeface="Calibri" panose="020F0502020204030204"/>
                <a:sym typeface="Calibri" panose="020F0502020204030204"/>
              </a:rPr>
              <a:t>kế</a:t>
            </a:r>
            <a:r>
              <a:rPr lang="en-US" sz="2800" dirty="0">
                <a:solidFill>
                  <a:schemeClr val="dk1"/>
                </a:solidFill>
                <a:latin typeface="Calibri" panose="020F0502020204030204"/>
                <a:ea typeface="Calibri" panose="020F0502020204030204"/>
                <a:cs typeface="Calibri" panose="020F0502020204030204"/>
                <a:sym typeface="Calibri" panose="020F0502020204030204"/>
              </a:rPr>
              <a:t> web </a:t>
            </a:r>
            <a:r>
              <a:rPr lang="en-US" sz="2800" dirty="0" err="1">
                <a:solidFill>
                  <a:schemeClr val="dk1"/>
                </a:solidFill>
                <a:latin typeface="Calibri" panose="020F0502020204030204"/>
                <a:ea typeface="Calibri" panose="020F0502020204030204"/>
                <a:cs typeface="Calibri" panose="020F0502020204030204"/>
                <a:sym typeface="Calibri" panose="020F0502020204030204"/>
              </a:rPr>
              <a:t>cần</a:t>
            </a:r>
            <a:r>
              <a:rPr lang="en-US" sz="2800" dirty="0">
                <a:solidFill>
                  <a:schemeClr val="dk1"/>
                </a:solidFill>
                <a:latin typeface="Calibri" panose="020F0502020204030204"/>
                <a:ea typeface="Calibri" panose="020F0502020204030204"/>
                <a:cs typeface="Calibri" panose="020F0502020204030204"/>
                <a:sym typeface="Calibri" panose="020F0502020204030204"/>
              </a:rPr>
              <a:t> </a:t>
            </a:r>
            <a:r>
              <a:rPr lang="en-US" sz="2800" dirty="0" err="1">
                <a:solidFill>
                  <a:schemeClr val="dk1"/>
                </a:solidFill>
                <a:latin typeface="Calibri" panose="020F0502020204030204"/>
                <a:ea typeface="Calibri" panose="020F0502020204030204"/>
                <a:cs typeface="Calibri" panose="020F0502020204030204"/>
                <a:sym typeface="Calibri" panose="020F0502020204030204"/>
              </a:rPr>
              <a:t>phải</a:t>
            </a:r>
            <a:r>
              <a:rPr lang="en-US" sz="2800" dirty="0">
                <a:solidFill>
                  <a:schemeClr val="dk1"/>
                </a:solidFill>
                <a:latin typeface="Calibri" panose="020F0502020204030204"/>
                <a:ea typeface="Calibri" panose="020F0502020204030204"/>
                <a:cs typeface="Calibri" panose="020F0502020204030204"/>
                <a:sym typeface="Calibri" panose="020F0502020204030204"/>
              </a:rPr>
              <a:t> </a:t>
            </a:r>
            <a:r>
              <a:rPr lang="en-US" sz="2800" dirty="0" err="1">
                <a:solidFill>
                  <a:schemeClr val="dk1"/>
                </a:solidFill>
                <a:latin typeface="Calibri" panose="020F0502020204030204"/>
                <a:ea typeface="Calibri" panose="020F0502020204030204"/>
                <a:cs typeface="Calibri" panose="020F0502020204030204"/>
                <a:sym typeface="Calibri" panose="020F0502020204030204"/>
              </a:rPr>
              <a:t>đảm</a:t>
            </a:r>
            <a:r>
              <a:rPr lang="en-US" sz="2800" dirty="0">
                <a:solidFill>
                  <a:schemeClr val="dk1"/>
                </a:solidFill>
                <a:latin typeface="Calibri" panose="020F0502020204030204"/>
                <a:ea typeface="Calibri" panose="020F0502020204030204"/>
                <a:cs typeface="Calibri" panose="020F0502020204030204"/>
                <a:sym typeface="Calibri" panose="020F0502020204030204"/>
              </a:rPr>
              <a:t> </a:t>
            </a:r>
            <a:r>
              <a:rPr lang="en-US" sz="2800" dirty="0" err="1">
                <a:solidFill>
                  <a:schemeClr val="dk1"/>
                </a:solidFill>
                <a:latin typeface="Calibri" panose="020F0502020204030204"/>
                <a:ea typeface="Calibri" panose="020F0502020204030204"/>
                <a:cs typeface="Calibri" panose="020F0502020204030204"/>
                <a:sym typeface="Calibri" panose="020F0502020204030204"/>
              </a:rPr>
              <a:t>bảo</a:t>
            </a:r>
            <a:r>
              <a:rPr lang="en-US" sz="2800" dirty="0">
                <a:solidFill>
                  <a:schemeClr val="dk1"/>
                </a:solidFill>
                <a:latin typeface="Calibri" panose="020F0502020204030204"/>
                <a:ea typeface="Calibri" panose="020F0502020204030204"/>
                <a:cs typeface="Calibri" panose="020F0502020204030204"/>
                <a:sym typeface="Calibri" panose="020F0502020204030204"/>
              </a:rPr>
              <a:t> </a:t>
            </a:r>
            <a:r>
              <a:rPr lang="en-US" sz="2800" dirty="0" err="1">
                <a:solidFill>
                  <a:schemeClr val="dk1"/>
                </a:solidFill>
                <a:latin typeface="Calibri" panose="020F0502020204030204"/>
                <a:ea typeface="Calibri" panose="020F0502020204030204"/>
                <a:cs typeface="Calibri" panose="020F0502020204030204"/>
                <a:sym typeface="Calibri" panose="020F0502020204030204"/>
              </a:rPr>
              <a:t>tính</a:t>
            </a:r>
            <a:r>
              <a:rPr lang="en-US" sz="2800" dirty="0">
                <a:solidFill>
                  <a:schemeClr val="dk1"/>
                </a:solidFill>
                <a:latin typeface="Calibri" panose="020F0502020204030204"/>
                <a:ea typeface="Calibri" panose="020F0502020204030204"/>
                <a:cs typeface="Calibri" panose="020F0502020204030204"/>
                <a:sym typeface="Calibri" panose="020F0502020204030204"/>
              </a:rPr>
              <a:t> </a:t>
            </a:r>
            <a:r>
              <a:rPr lang="en-US" sz="2800" dirty="0" err="1">
                <a:solidFill>
                  <a:schemeClr val="dk1"/>
                </a:solidFill>
                <a:latin typeface="Calibri" panose="020F0502020204030204"/>
                <a:ea typeface="Calibri" panose="020F0502020204030204"/>
                <a:cs typeface="Calibri" panose="020F0502020204030204"/>
                <a:sym typeface="Calibri" panose="020F0502020204030204"/>
              </a:rPr>
              <a:t>thẩm</a:t>
            </a:r>
            <a:r>
              <a:rPr lang="en-US" sz="2800" dirty="0">
                <a:solidFill>
                  <a:schemeClr val="dk1"/>
                </a:solidFill>
                <a:latin typeface="Calibri" panose="020F0502020204030204"/>
                <a:ea typeface="Calibri" panose="020F0502020204030204"/>
                <a:cs typeface="Calibri" panose="020F0502020204030204"/>
                <a:sym typeface="Calibri" panose="020F0502020204030204"/>
              </a:rPr>
              <a:t> </a:t>
            </a:r>
            <a:r>
              <a:rPr lang="en-US" sz="2800" dirty="0" err="1">
                <a:solidFill>
                  <a:schemeClr val="dk1"/>
                </a:solidFill>
                <a:latin typeface="Calibri" panose="020F0502020204030204"/>
                <a:ea typeface="Calibri" panose="020F0502020204030204"/>
                <a:cs typeface="Calibri" panose="020F0502020204030204"/>
                <a:sym typeface="Calibri" panose="020F0502020204030204"/>
              </a:rPr>
              <a:t>mỹ</a:t>
            </a:r>
            <a:r>
              <a:rPr lang="en-US" sz="2800" dirty="0">
                <a:solidFill>
                  <a:schemeClr val="dk1"/>
                </a:solidFill>
                <a:latin typeface="Calibri" panose="020F0502020204030204"/>
                <a:ea typeface="Calibri" panose="020F0502020204030204"/>
                <a:cs typeface="Calibri" panose="020F0502020204030204"/>
                <a:sym typeface="Calibri" panose="020F0502020204030204"/>
              </a:rPr>
              <a:t> </a:t>
            </a:r>
            <a:r>
              <a:rPr lang="en-US" sz="2800" dirty="0" err="1">
                <a:solidFill>
                  <a:schemeClr val="dk1"/>
                </a:solidFill>
                <a:latin typeface="Calibri" panose="020F0502020204030204"/>
                <a:ea typeface="Calibri" panose="020F0502020204030204"/>
                <a:cs typeface="Calibri" panose="020F0502020204030204"/>
                <a:sym typeface="Calibri" panose="020F0502020204030204"/>
              </a:rPr>
              <a:t>chung</a:t>
            </a:r>
            <a:r>
              <a:rPr lang="en-US" sz="2800" dirty="0">
                <a:solidFill>
                  <a:schemeClr val="dk1"/>
                </a:solidFill>
                <a:latin typeface="Calibri" panose="020F0502020204030204"/>
                <a:ea typeface="Calibri" panose="020F0502020204030204"/>
                <a:cs typeface="Calibri" panose="020F0502020204030204"/>
                <a:sym typeface="Calibri" panose="020F0502020204030204"/>
              </a:rPr>
              <a:t>, </a:t>
            </a:r>
            <a:r>
              <a:rPr lang="en-US" sz="2800" dirty="0" err="1">
                <a:solidFill>
                  <a:schemeClr val="dk1"/>
                </a:solidFill>
                <a:latin typeface="Calibri" panose="020F0502020204030204"/>
                <a:ea typeface="Calibri" panose="020F0502020204030204"/>
                <a:cs typeface="Calibri" panose="020F0502020204030204"/>
                <a:sym typeface="Calibri" panose="020F0502020204030204"/>
              </a:rPr>
              <a:t>trong</a:t>
            </a:r>
            <a:r>
              <a:rPr lang="en-US" sz="2800" dirty="0">
                <a:solidFill>
                  <a:schemeClr val="dk1"/>
                </a:solidFill>
                <a:latin typeface="Calibri" panose="020F0502020204030204"/>
                <a:ea typeface="Calibri" panose="020F0502020204030204"/>
                <a:cs typeface="Calibri" panose="020F0502020204030204"/>
                <a:sym typeface="Calibri" panose="020F0502020204030204"/>
              </a:rPr>
              <a:t> </a:t>
            </a:r>
            <a:r>
              <a:rPr lang="en-US" sz="2800" dirty="0" err="1">
                <a:solidFill>
                  <a:schemeClr val="dk1"/>
                </a:solidFill>
                <a:latin typeface="Calibri" panose="020F0502020204030204"/>
                <a:ea typeface="Calibri" panose="020F0502020204030204"/>
                <a:cs typeface="Calibri" panose="020F0502020204030204"/>
                <a:sym typeface="Calibri" panose="020F0502020204030204"/>
              </a:rPr>
              <a:t>đó</a:t>
            </a:r>
            <a:r>
              <a:rPr lang="en-US" sz="2800" dirty="0">
                <a:solidFill>
                  <a:schemeClr val="dk1"/>
                </a:solidFill>
                <a:latin typeface="Calibri" panose="020F0502020204030204"/>
                <a:ea typeface="Calibri" panose="020F0502020204030204"/>
                <a:cs typeface="Calibri" panose="020F0502020204030204"/>
                <a:sym typeface="Calibri" panose="020F0502020204030204"/>
              </a:rPr>
              <a:t> </a:t>
            </a:r>
            <a:r>
              <a:rPr lang="en-US" sz="2800" dirty="0" err="1">
                <a:solidFill>
                  <a:schemeClr val="dk1"/>
                </a:solidFill>
                <a:latin typeface="Calibri" panose="020F0502020204030204"/>
                <a:ea typeface="Calibri" panose="020F0502020204030204"/>
                <a:cs typeface="Calibri" panose="020F0502020204030204"/>
                <a:sym typeface="Calibri" panose="020F0502020204030204"/>
              </a:rPr>
              <a:t>các</a:t>
            </a:r>
            <a:r>
              <a:rPr lang="en-US" sz="2800" dirty="0">
                <a:solidFill>
                  <a:schemeClr val="dk1"/>
                </a:solidFill>
                <a:latin typeface="Calibri" panose="020F0502020204030204"/>
                <a:ea typeface="Calibri" panose="020F0502020204030204"/>
                <a:cs typeface="Calibri" panose="020F0502020204030204"/>
                <a:sym typeface="Calibri" panose="020F0502020204030204"/>
              </a:rPr>
              <a:t> </a:t>
            </a:r>
            <a:r>
              <a:rPr lang="en-US" sz="2800" dirty="0" err="1">
                <a:solidFill>
                  <a:schemeClr val="dk1"/>
                </a:solidFill>
                <a:latin typeface="Calibri" panose="020F0502020204030204"/>
                <a:ea typeface="Calibri" panose="020F0502020204030204"/>
                <a:cs typeface="Calibri" panose="020F0502020204030204"/>
                <a:sym typeface="Calibri" panose="020F0502020204030204"/>
              </a:rPr>
              <a:t>phần</a:t>
            </a:r>
            <a:r>
              <a:rPr lang="en-US" sz="2800" dirty="0">
                <a:solidFill>
                  <a:schemeClr val="dk1"/>
                </a:solidFill>
                <a:latin typeface="Calibri" panose="020F0502020204030204"/>
                <a:ea typeface="Calibri" panose="020F0502020204030204"/>
                <a:cs typeface="Calibri" panose="020F0502020204030204"/>
                <a:sym typeface="Calibri" panose="020F0502020204030204"/>
              </a:rPr>
              <a:t> </a:t>
            </a:r>
            <a:r>
              <a:rPr lang="en-US" sz="2800" dirty="0" err="1">
                <a:solidFill>
                  <a:schemeClr val="dk1"/>
                </a:solidFill>
                <a:latin typeface="Calibri" panose="020F0502020204030204"/>
                <a:ea typeface="Calibri" panose="020F0502020204030204"/>
                <a:cs typeface="Calibri" panose="020F0502020204030204"/>
                <a:sym typeface="Calibri" panose="020F0502020204030204"/>
              </a:rPr>
              <a:t>tử</a:t>
            </a:r>
            <a:r>
              <a:rPr lang="en-US" sz="2800" dirty="0">
                <a:solidFill>
                  <a:schemeClr val="dk1"/>
                </a:solidFill>
                <a:latin typeface="Calibri" panose="020F0502020204030204"/>
                <a:ea typeface="Calibri" panose="020F0502020204030204"/>
                <a:cs typeface="Calibri" panose="020F0502020204030204"/>
                <a:sym typeface="Calibri" panose="020F0502020204030204"/>
              </a:rPr>
              <a:t> </a:t>
            </a:r>
            <a:r>
              <a:rPr lang="en-US" sz="2800" dirty="0" err="1">
                <a:solidFill>
                  <a:schemeClr val="dk1"/>
                </a:solidFill>
                <a:latin typeface="Calibri" panose="020F0502020204030204"/>
                <a:ea typeface="Calibri" panose="020F0502020204030204"/>
                <a:cs typeface="Calibri" panose="020F0502020204030204"/>
                <a:sym typeface="Calibri" panose="020F0502020204030204"/>
              </a:rPr>
              <a:t>được</a:t>
            </a:r>
            <a:r>
              <a:rPr lang="en-US" sz="2800" dirty="0">
                <a:solidFill>
                  <a:schemeClr val="dk1"/>
                </a:solidFill>
                <a:latin typeface="Calibri" panose="020F0502020204030204"/>
                <a:ea typeface="Calibri" panose="020F0502020204030204"/>
                <a:cs typeface="Calibri" panose="020F0502020204030204"/>
                <a:sym typeface="Calibri" panose="020F0502020204030204"/>
              </a:rPr>
              <a:t> </a:t>
            </a:r>
            <a:r>
              <a:rPr lang="en-US" sz="2800" dirty="0" err="1">
                <a:solidFill>
                  <a:schemeClr val="dk1"/>
                </a:solidFill>
                <a:latin typeface="Calibri" panose="020F0502020204030204"/>
                <a:ea typeface="Calibri" panose="020F0502020204030204"/>
                <a:cs typeface="Calibri" panose="020F0502020204030204"/>
                <a:sym typeface="Calibri" panose="020F0502020204030204"/>
              </a:rPr>
              <a:t>sắp</a:t>
            </a:r>
            <a:r>
              <a:rPr lang="en-US" sz="2800" dirty="0">
                <a:solidFill>
                  <a:schemeClr val="dk1"/>
                </a:solidFill>
                <a:latin typeface="Calibri" panose="020F0502020204030204"/>
                <a:ea typeface="Calibri" panose="020F0502020204030204"/>
                <a:cs typeface="Calibri" panose="020F0502020204030204"/>
                <a:sym typeface="Calibri" panose="020F0502020204030204"/>
              </a:rPr>
              <a:t> </a:t>
            </a:r>
            <a:r>
              <a:rPr lang="en-US" sz="2800" dirty="0" err="1">
                <a:solidFill>
                  <a:schemeClr val="dk1"/>
                </a:solidFill>
                <a:latin typeface="Calibri" panose="020F0502020204030204"/>
                <a:ea typeface="Calibri" panose="020F0502020204030204"/>
                <a:cs typeface="Calibri" panose="020F0502020204030204"/>
                <a:sym typeface="Calibri" panose="020F0502020204030204"/>
              </a:rPr>
              <a:t>xếp</a:t>
            </a:r>
            <a:r>
              <a:rPr lang="en-US" sz="2800" dirty="0">
                <a:solidFill>
                  <a:schemeClr val="dk1"/>
                </a:solidFill>
                <a:latin typeface="Calibri" panose="020F0502020204030204"/>
                <a:ea typeface="Calibri" panose="020F0502020204030204"/>
                <a:cs typeface="Calibri" panose="020F0502020204030204"/>
                <a:sym typeface="Calibri" panose="020F0502020204030204"/>
              </a:rPr>
              <a:t> </a:t>
            </a:r>
            <a:r>
              <a:rPr lang="en-US" sz="2800" dirty="0" err="1">
                <a:solidFill>
                  <a:schemeClr val="dk1"/>
                </a:solidFill>
                <a:latin typeface="Calibri" panose="020F0502020204030204"/>
                <a:ea typeface="Calibri" panose="020F0502020204030204"/>
                <a:cs typeface="Calibri" panose="020F0502020204030204"/>
                <a:sym typeface="Calibri" panose="020F0502020204030204"/>
              </a:rPr>
              <a:t>hợp</a:t>
            </a:r>
            <a:r>
              <a:rPr lang="en-US" sz="2800" dirty="0">
                <a:solidFill>
                  <a:schemeClr val="dk1"/>
                </a:solidFill>
                <a:latin typeface="Calibri" panose="020F0502020204030204"/>
                <a:ea typeface="Calibri" panose="020F0502020204030204"/>
                <a:cs typeface="Calibri" panose="020F0502020204030204"/>
                <a:sym typeface="Calibri" panose="020F0502020204030204"/>
              </a:rPr>
              <a:t> </a:t>
            </a:r>
            <a:r>
              <a:rPr lang="en-US" sz="2800" dirty="0" err="1">
                <a:solidFill>
                  <a:schemeClr val="dk1"/>
                </a:solidFill>
                <a:latin typeface="Calibri" panose="020F0502020204030204"/>
                <a:ea typeface="Calibri" panose="020F0502020204030204"/>
                <a:cs typeface="Calibri" panose="020F0502020204030204"/>
                <a:sym typeface="Calibri" panose="020F0502020204030204"/>
              </a:rPr>
              <a:t>lý</a:t>
            </a:r>
            <a:r>
              <a:rPr lang="en-US" sz="2800" dirty="0">
                <a:solidFill>
                  <a:schemeClr val="dk1"/>
                </a:solidFill>
                <a:latin typeface="Calibri" panose="020F0502020204030204"/>
                <a:ea typeface="Calibri" panose="020F0502020204030204"/>
                <a:cs typeface="Calibri" panose="020F0502020204030204"/>
                <a:sym typeface="Calibri" panose="020F0502020204030204"/>
              </a:rPr>
              <a:t> </a:t>
            </a:r>
            <a:r>
              <a:rPr lang="en-US" sz="2800" dirty="0" err="1">
                <a:solidFill>
                  <a:schemeClr val="dk1"/>
                </a:solidFill>
                <a:latin typeface="Calibri" panose="020F0502020204030204"/>
                <a:ea typeface="Calibri" panose="020F0502020204030204"/>
                <a:cs typeface="Calibri" panose="020F0502020204030204"/>
                <a:sym typeface="Calibri" panose="020F0502020204030204"/>
              </a:rPr>
              <a:t>và</a:t>
            </a:r>
            <a:r>
              <a:rPr lang="en-US" sz="2800" dirty="0">
                <a:solidFill>
                  <a:schemeClr val="dk1"/>
                </a:solidFill>
                <a:latin typeface="Calibri" panose="020F0502020204030204"/>
                <a:ea typeface="Calibri" panose="020F0502020204030204"/>
                <a:cs typeface="Calibri" panose="020F0502020204030204"/>
                <a:sym typeface="Calibri" panose="020F0502020204030204"/>
              </a:rPr>
              <a:t> </a:t>
            </a:r>
            <a:r>
              <a:rPr lang="en-US" sz="2800" dirty="0" err="1">
                <a:solidFill>
                  <a:schemeClr val="dk1"/>
                </a:solidFill>
                <a:latin typeface="Calibri" panose="020F0502020204030204"/>
                <a:ea typeface="Calibri" panose="020F0502020204030204"/>
                <a:cs typeface="Calibri" panose="020F0502020204030204"/>
                <a:sym typeface="Calibri" panose="020F0502020204030204"/>
              </a:rPr>
              <a:t>tạo</a:t>
            </a:r>
            <a:r>
              <a:rPr lang="en-US" sz="2800" dirty="0">
                <a:solidFill>
                  <a:schemeClr val="dk1"/>
                </a:solidFill>
                <a:latin typeface="Calibri" panose="020F0502020204030204"/>
                <a:ea typeface="Calibri" panose="020F0502020204030204"/>
                <a:cs typeface="Calibri" panose="020F0502020204030204"/>
                <a:sym typeface="Calibri" panose="020F0502020204030204"/>
              </a:rPr>
              <a:t> </a:t>
            </a:r>
            <a:r>
              <a:rPr lang="en-US" sz="2800" dirty="0" err="1">
                <a:solidFill>
                  <a:schemeClr val="dk1"/>
                </a:solidFill>
                <a:latin typeface="Calibri" panose="020F0502020204030204"/>
                <a:ea typeface="Calibri" panose="020F0502020204030204"/>
                <a:cs typeface="Calibri" panose="020F0502020204030204"/>
                <a:sym typeface="Calibri" panose="020F0502020204030204"/>
              </a:rPr>
              <a:t>ra</a:t>
            </a:r>
            <a:r>
              <a:rPr lang="en-US" sz="2800" dirty="0">
                <a:solidFill>
                  <a:schemeClr val="dk1"/>
                </a:solidFill>
                <a:latin typeface="Calibri" panose="020F0502020204030204"/>
                <a:ea typeface="Calibri" panose="020F0502020204030204"/>
                <a:cs typeface="Calibri" panose="020F0502020204030204"/>
                <a:sym typeface="Calibri" panose="020F0502020204030204"/>
              </a:rPr>
              <a:t> </a:t>
            </a:r>
            <a:r>
              <a:rPr lang="en-US" sz="2800" dirty="0" err="1">
                <a:solidFill>
                  <a:schemeClr val="dk1"/>
                </a:solidFill>
                <a:latin typeface="Calibri" panose="020F0502020204030204"/>
                <a:ea typeface="Calibri" panose="020F0502020204030204"/>
                <a:cs typeface="Calibri" panose="020F0502020204030204"/>
                <a:sym typeface="Calibri" panose="020F0502020204030204"/>
              </a:rPr>
              <a:t>tổng</a:t>
            </a:r>
            <a:r>
              <a:rPr lang="en-US" sz="2800" dirty="0">
                <a:solidFill>
                  <a:schemeClr val="dk1"/>
                </a:solidFill>
                <a:latin typeface="Calibri" panose="020F0502020204030204"/>
                <a:ea typeface="Calibri" panose="020F0502020204030204"/>
                <a:cs typeface="Calibri" panose="020F0502020204030204"/>
                <a:sym typeface="Calibri" panose="020F0502020204030204"/>
              </a:rPr>
              <a:t> </a:t>
            </a:r>
            <a:r>
              <a:rPr lang="en-US" sz="2800" dirty="0" err="1">
                <a:solidFill>
                  <a:schemeClr val="dk1"/>
                </a:solidFill>
                <a:latin typeface="Calibri" panose="020F0502020204030204"/>
                <a:ea typeface="Calibri" panose="020F0502020204030204"/>
                <a:cs typeface="Calibri" panose="020F0502020204030204"/>
                <a:sym typeface="Calibri" panose="020F0502020204030204"/>
              </a:rPr>
              <a:t>thể</a:t>
            </a:r>
            <a:r>
              <a:rPr lang="en-US" sz="2800" dirty="0">
                <a:solidFill>
                  <a:schemeClr val="dk1"/>
                </a:solidFill>
                <a:latin typeface="Calibri" panose="020F0502020204030204"/>
                <a:ea typeface="Calibri" panose="020F0502020204030204"/>
                <a:cs typeface="Calibri" panose="020F0502020204030204"/>
                <a:sym typeface="Calibri" panose="020F0502020204030204"/>
              </a:rPr>
              <a:t> </a:t>
            </a:r>
            <a:r>
              <a:rPr lang="en-US" sz="2800" dirty="0" err="1">
                <a:solidFill>
                  <a:schemeClr val="dk1"/>
                </a:solidFill>
                <a:latin typeface="Calibri" panose="020F0502020204030204"/>
                <a:ea typeface="Calibri" panose="020F0502020204030204"/>
                <a:cs typeface="Calibri" panose="020F0502020204030204"/>
                <a:sym typeface="Calibri" panose="020F0502020204030204"/>
              </a:rPr>
              <a:t>đồng</a:t>
            </a:r>
            <a:r>
              <a:rPr lang="en-US" sz="2800" dirty="0">
                <a:solidFill>
                  <a:schemeClr val="dk1"/>
                </a:solidFill>
                <a:latin typeface="Calibri" panose="020F0502020204030204"/>
                <a:ea typeface="Calibri" panose="020F0502020204030204"/>
                <a:cs typeface="Calibri" panose="020F0502020204030204"/>
                <a:sym typeface="Calibri" panose="020F0502020204030204"/>
              </a:rPr>
              <a:t> </a:t>
            </a:r>
            <a:r>
              <a:rPr lang="en-US" sz="2800" dirty="0" err="1">
                <a:solidFill>
                  <a:schemeClr val="dk1"/>
                </a:solidFill>
                <a:latin typeface="Calibri" panose="020F0502020204030204"/>
                <a:ea typeface="Calibri" panose="020F0502020204030204"/>
                <a:cs typeface="Calibri" panose="020F0502020204030204"/>
                <a:sym typeface="Calibri" panose="020F0502020204030204"/>
              </a:rPr>
              <a:t>nhất</a:t>
            </a:r>
            <a:r>
              <a:rPr lang="en-US" sz="2800" dirty="0">
                <a:solidFill>
                  <a:schemeClr val="dk1"/>
                </a:solidFill>
                <a:latin typeface="Calibri" panose="020F0502020204030204"/>
                <a:ea typeface="Calibri" panose="020F0502020204030204"/>
                <a:cs typeface="Calibri" panose="020F0502020204030204"/>
                <a:sym typeface="Calibri" panose="020F0502020204030204"/>
              </a:rPr>
              <a:t>, </a:t>
            </a:r>
            <a:r>
              <a:rPr lang="en-US" sz="2800" dirty="0" err="1">
                <a:solidFill>
                  <a:schemeClr val="dk1"/>
                </a:solidFill>
                <a:latin typeface="Calibri" panose="020F0502020204030204"/>
                <a:ea typeface="Calibri" panose="020F0502020204030204"/>
                <a:cs typeface="Calibri" panose="020F0502020204030204"/>
                <a:sym typeface="Calibri" panose="020F0502020204030204"/>
              </a:rPr>
              <a:t>thu</a:t>
            </a:r>
            <a:r>
              <a:rPr lang="en-US" sz="2800" dirty="0">
                <a:solidFill>
                  <a:schemeClr val="dk1"/>
                </a:solidFill>
                <a:latin typeface="Calibri" panose="020F0502020204030204"/>
                <a:ea typeface="Calibri" panose="020F0502020204030204"/>
                <a:cs typeface="Calibri" panose="020F0502020204030204"/>
                <a:sym typeface="Calibri" panose="020F0502020204030204"/>
              </a:rPr>
              <a:t> </a:t>
            </a:r>
            <a:r>
              <a:rPr lang="en-US" sz="2800" dirty="0" err="1">
                <a:solidFill>
                  <a:schemeClr val="dk1"/>
                </a:solidFill>
                <a:latin typeface="Calibri" panose="020F0502020204030204"/>
                <a:ea typeface="Calibri" panose="020F0502020204030204"/>
                <a:cs typeface="Calibri" panose="020F0502020204030204"/>
                <a:sym typeface="Calibri" panose="020F0502020204030204"/>
              </a:rPr>
              <a:t>hút</a:t>
            </a:r>
            <a:r>
              <a:rPr lang="en-US" sz="2800" dirty="0">
                <a:solidFill>
                  <a:schemeClr val="dk1"/>
                </a:solidFill>
                <a:latin typeface="Calibri" panose="020F0502020204030204"/>
                <a:ea typeface="Calibri" panose="020F0502020204030204"/>
                <a:cs typeface="Calibri" panose="020F0502020204030204"/>
                <a:sym typeface="Calibri" panose="020F0502020204030204"/>
              </a:rPr>
              <a:t> </a:t>
            </a:r>
            <a:r>
              <a:rPr lang="en-US" sz="2800" dirty="0" err="1">
                <a:solidFill>
                  <a:schemeClr val="dk1"/>
                </a:solidFill>
                <a:latin typeface="Calibri" panose="020F0502020204030204"/>
                <a:ea typeface="Calibri" panose="020F0502020204030204"/>
                <a:cs typeface="Calibri" panose="020F0502020204030204"/>
                <a:sym typeface="Calibri" panose="020F0502020204030204"/>
              </a:rPr>
              <a:t>và</a:t>
            </a:r>
            <a:r>
              <a:rPr lang="en-US" sz="2800" dirty="0">
                <a:solidFill>
                  <a:schemeClr val="dk1"/>
                </a:solidFill>
                <a:latin typeface="Calibri" panose="020F0502020204030204"/>
                <a:ea typeface="Calibri" panose="020F0502020204030204"/>
                <a:cs typeface="Calibri" panose="020F0502020204030204"/>
                <a:sym typeface="Calibri" panose="020F0502020204030204"/>
              </a:rPr>
              <a:t> </a:t>
            </a:r>
            <a:r>
              <a:rPr lang="en-US" sz="2800" dirty="0" err="1">
                <a:solidFill>
                  <a:schemeClr val="dk1"/>
                </a:solidFill>
                <a:latin typeface="Calibri" panose="020F0502020204030204"/>
                <a:ea typeface="Calibri" panose="020F0502020204030204"/>
                <a:cs typeface="Calibri" panose="020F0502020204030204"/>
                <a:sym typeface="Calibri" panose="020F0502020204030204"/>
              </a:rPr>
              <a:t>dễ</a:t>
            </a:r>
            <a:r>
              <a:rPr lang="en-US" sz="2800" dirty="0">
                <a:solidFill>
                  <a:schemeClr val="dk1"/>
                </a:solidFill>
                <a:latin typeface="Calibri" panose="020F0502020204030204"/>
                <a:ea typeface="Calibri" panose="020F0502020204030204"/>
                <a:cs typeface="Calibri" panose="020F0502020204030204"/>
                <a:sym typeface="Calibri" panose="020F0502020204030204"/>
              </a:rPr>
              <a:t> </a:t>
            </a:r>
            <a:r>
              <a:rPr lang="en-US" sz="2800" dirty="0" err="1">
                <a:solidFill>
                  <a:schemeClr val="dk1"/>
                </a:solidFill>
                <a:latin typeface="Calibri" panose="020F0502020204030204"/>
                <a:ea typeface="Calibri" panose="020F0502020204030204"/>
                <a:cs typeface="Calibri" panose="020F0502020204030204"/>
                <a:sym typeface="Calibri" panose="020F0502020204030204"/>
              </a:rPr>
              <a:t>nhìn</a:t>
            </a:r>
            <a:r>
              <a:rPr lang="en-US" sz="2800" dirty="0">
                <a:solidFill>
                  <a:schemeClr val="dk1"/>
                </a:solidFill>
                <a:latin typeface="Calibri" panose="020F0502020204030204"/>
                <a:ea typeface="Calibri" panose="020F0502020204030204"/>
                <a:cs typeface="Calibri" panose="020F0502020204030204"/>
                <a:sym typeface="Calibri" panose="020F0502020204030204"/>
              </a:rPr>
              <a:t> </a:t>
            </a:r>
            <a:r>
              <a:rPr lang="en-US" sz="2800" dirty="0" err="1">
                <a:solidFill>
                  <a:schemeClr val="dk1"/>
                </a:solidFill>
                <a:latin typeface="Calibri" panose="020F0502020204030204"/>
                <a:ea typeface="Calibri" panose="020F0502020204030204"/>
                <a:cs typeface="Calibri" panose="020F0502020204030204"/>
                <a:sym typeface="Calibri" panose="020F0502020204030204"/>
              </a:rPr>
              <a:t>thấy</a:t>
            </a:r>
            <a:r>
              <a:rPr lang="en-US" sz="2800" dirty="0">
                <a:solidFill>
                  <a:schemeClr val="dk1"/>
                </a:solidFill>
                <a:latin typeface="Calibri" panose="020F0502020204030204"/>
                <a:ea typeface="Calibri" panose="020F0502020204030204"/>
                <a:cs typeface="Calibri" panose="020F0502020204030204"/>
                <a:sym typeface="Calibri" panose="020F0502020204030204"/>
              </a:rPr>
              <a:t>.</a:t>
            </a:r>
          </a:p>
          <a:p>
            <a:pPr marL="0" lvl="0" indent="0">
              <a:lnSpc>
                <a:spcPct val="110000"/>
              </a:lnSpc>
              <a:buClr>
                <a:schemeClr val="accent1"/>
              </a:buClr>
              <a:buSzPts val="2800"/>
              <a:buFont typeface="Noto Sans Symbols"/>
              <a:buNone/>
            </a:pPr>
            <a:endParaRPr lang="en-US" sz="2800" dirty="0">
              <a:solidFill>
                <a:schemeClr val="dk1"/>
              </a:solidFill>
              <a:latin typeface="Calibri" panose="020F0502020204030204"/>
              <a:ea typeface="Calibri" panose="020F0502020204030204"/>
              <a:cs typeface="Calibri" panose="020F0502020204030204"/>
              <a:sym typeface="Calibri" panose="020F0502020204030204"/>
            </a:endParaRPr>
          </a:p>
          <a:p>
            <a:pPr marL="0" lvl="0" indent="0">
              <a:lnSpc>
                <a:spcPct val="110000"/>
              </a:lnSpc>
              <a:buClr>
                <a:schemeClr val="accent1"/>
              </a:buClr>
              <a:buSzPts val="2800"/>
              <a:buFont typeface="Noto Sans Symbols"/>
              <a:buNone/>
            </a:pPr>
            <a:endParaRPr lang="en-US" sz="2800" dirty="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78" name="Google Shape;78;p4"/>
          <p:cNvSpPr txBox="1">
            <a:spLocks noGrp="1"/>
          </p:cNvSpPr>
          <p:nvPr>
            <p:ph type="title"/>
          </p:nvPr>
        </p:nvSpPr>
        <p:spPr>
          <a:xfrm>
            <a:off x="406400" y="254849"/>
            <a:ext cx="11379200" cy="613833"/>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2"/>
              </a:buClr>
              <a:buSzPts val="2800"/>
              <a:buFont typeface="Quattrocento Sans" panose="020B0502050000020003"/>
              <a:buNone/>
            </a:pPr>
            <a:r>
              <a:rPr lang="en-US" dirty="0"/>
              <a:t>2 </a:t>
            </a:r>
            <a:r>
              <a:rPr lang="en-US" dirty="0" err="1"/>
              <a:t>Tính thẩm mỹ trong thiết kế web</a:t>
            </a:r>
            <a:endParaRPr dirty="0"/>
          </a:p>
        </p:txBody>
      </p:sp>
      <p:pic>
        <p:nvPicPr>
          <p:cNvPr id="4" name="Picture 3"/>
          <p:cNvPicPr>
            <a:picLocks noChangeAspect="1"/>
          </p:cNvPicPr>
          <p:nvPr/>
        </p:nvPicPr>
        <p:blipFill>
          <a:blip r:embed="rId3"/>
          <a:stretch>
            <a:fillRect/>
          </a:stretch>
        </p:blipFill>
        <p:spPr>
          <a:xfrm>
            <a:off x="5102251" y="1247384"/>
            <a:ext cx="6683449" cy="408841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64"/>
        <p:cNvGrpSpPr/>
        <p:nvPr/>
      </p:nvGrpSpPr>
      <p:grpSpPr>
        <a:xfrm>
          <a:off x="0" y="0"/>
          <a:ext cx="0" cy="0"/>
          <a:chOff x="0" y="0"/>
          <a:chExt cx="0" cy="0"/>
        </a:xfrm>
      </p:grpSpPr>
      <p:sp>
        <p:nvSpPr>
          <p:cNvPr id="65" name="Google Shape;65;p3"/>
          <p:cNvSpPr/>
          <p:nvPr/>
        </p:nvSpPr>
        <p:spPr>
          <a:xfrm>
            <a:off x="893038" y="4013149"/>
            <a:ext cx="10456487" cy="2251464"/>
          </a:xfrm>
          <a:prstGeom prst="rect">
            <a:avLst/>
          </a:prstGeom>
          <a:solidFill>
            <a:srgbClr val="D8D8D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panose="020F0502020204030204"/>
              <a:ea typeface="Calibri" panose="020F0502020204030204"/>
              <a:cs typeface="Calibri" panose="020F0502020204030204"/>
              <a:sym typeface="Calibri" panose="020F0502020204030204"/>
            </a:endParaRPr>
          </a:p>
        </p:txBody>
      </p:sp>
      <p:sp>
        <p:nvSpPr>
          <p:cNvPr id="66" name="Google Shape;66;p3"/>
          <p:cNvSpPr/>
          <p:nvPr/>
        </p:nvSpPr>
        <p:spPr>
          <a:xfrm>
            <a:off x="893038" y="3665169"/>
            <a:ext cx="3276600" cy="695960"/>
          </a:xfrm>
          <a:prstGeom prst="rightArrow">
            <a:avLst>
              <a:gd name="adj1" fmla="val 100000"/>
              <a:gd name="adj2" fmla="val 50000"/>
            </a:avLst>
          </a:prstGeom>
          <a:solidFill>
            <a:schemeClr val="dk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panose="020F0502020204030204"/>
              <a:ea typeface="Calibri" panose="020F0502020204030204"/>
              <a:cs typeface="Calibri" panose="020F0502020204030204"/>
              <a:sym typeface="Calibri" panose="020F0502020204030204"/>
            </a:endParaRPr>
          </a:p>
        </p:txBody>
      </p:sp>
      <p:sp>
        <p:nvSpPr>
          <p:cNvPr id="67" name="Google Shape;67;p3"/>
          <p:cNvSpPr txBox="1">
            <a:spLocks noGrp="1"/>
          </p:cNvSpPr>
          <p:nvPr>
            <p:ph type="body" idx="1"/>
          </p:nvPr>
        </p:nvSpPr>
        <p:spPr>
          <a:xfrm>
            <a:off x="1314909" y="4589827"/>
            <a:ext cx="7162165" cy="866140"/>
          </a:xfrm>
          <a:prstGeom prst="rect">
            <a:avLst/>
          </a:prstGeom>
          <a:noFill/>
          <a:ln>
            <a:noFill/>
          </a:ln>
        </p:spPr>
        <p:txBody>
          <a:bodyPr spcFirstLastPara="1" wrap="square" lIns="91425" tIns="45700" rIns="91425" bIns="45700" anchor="t" anchorCtr="0">
            <a:noAutofit/>
          </a:bodyPr>
          <a:lstStyle/>
          <a:p>
            <a:pPr lvl="0" indent="-457200">
              <a:lnSpc>
                <a:spcPct val="120000"/>
              </a:lnSpc>
              <a:spcBef>
                <a:spcPts val="0"/>
              </a:spcBef>
              <a:buClr>
                <a:srgbClr val="DD7471"/>
              </a:buClr>
              <a:buFont typeface="Noto Sans Symbols"/>
              <a:buChar char="✔"/>
            </a:pPr>
            <a:r>
              <a:rPr lang="en-US" sz="2800" b="0" dirty="0" err="1">
                <a:solidFill>
                  <a:srgbClr val="262626"/>
                </a:solidFill>
              </a:rPr>
              <a:t>Sáng</a:t>
            </a:r>
            <a:r>
              <a:rPr lang="en-US" sz="2800" b="0" dirty="0">
                <a:solidFill>
                  <a:srgbClr val="262626"/>
                </a:solidFill>
              </a:rPr>
              <a:t> </a:t>
            </a:r>
            <a:r>
              <a:rPr lang="en-US" sz="2800" b="0" dirty="0" err="1">
                <a:solidFill>
                  <a:srgbClr val="262626"/>
                </a:solidFill>
              </a:rPr>
              <a:t>tạo</a:t>
            </a:r>
            <a:r>
              <a:rPr lang="en-US" sz="2800" b="0" dirty="0">
                <a:solidFill>
                  <a:srgbClr val="262626"/>
                </a:solidFill>
              </a:rPr>
              <a:t> </a:t>
            </a:r>
            <a:r>
              <a:rPr lang="en-US" sz="2800" b="0" dirty="0" err="1">
                <a:solidFill>
                  <a:srgbClr val="262626"/>
                </a:solidFill>
              </a:rPr>
              <a:t>độc</a:t>
            </a:r>
            <a:r>
              <a:rPr lang="en-US" sz="2800" b="0" dirty="0">
                <a:solidFill>
                  <a:srgbClr val="262626"/>
                </a:solidFill>
              </a:rPr>
              <a:t> </a:t>
            </a:r>
            <a:r>
              <a:rPr lang="en-US" sz="2800" b="0" dirty="0" err="1">
                <a:solidFill>
                  <a:srgbClr val="262626"/>
                </a:solidFill>
              </a:rPr>
              <a:t>đáo</a:t>
            </a:r>
            <a:endParaRPr lang="vi-VN" sz="2800" b="0" dirty="0">
              <a:solidFill>
                <a:srgbClr val="262626"/>
              </a:solidFill>
            </a:endParaRPr>
          </a:p>
          <a:p>
            <a:pPr marL="0" lvl="0" indent="0">
              <a:lnSpc>
                <a:spcPct val="120000"/>
              </a:lnSpc>
              <a:spcBef>
                <a:spcPts val="0"/>
              </a:spcBef>
              <a:buClr>
                <a:srgbClr val="DD7471"/>
              </a:buClr>
            </a:pPr>
            <a:r>
              <a:rPr lang="en-US" sz="2800" b="0" dirty="0">
                <a:solidFill>
                  <a:srgbClr val="262626"/>
                </a:solidFill>
              </a:rPr>
              <a:t>	</a:t>
            </a:r>
            <a:r>
              <a:rPr lang="en-US" sz="2800" b="0" dirty="0" err="1">
                <a:solidFill>
                  <a:srgbClr val="262626"/>
                </a:solidFill>
              </a:rPr>
              <a:t>Thiết</a:t>
            </a:r>
            <a:r>
              <a:rPr lang="en-US" sz="2800" b="0" dirty="0">
                <a:solidFill>
                  <a:srgbClr val="262626"/>
                </a:solidFill>
              </a:rPr>
              <a:t> </a:t>
            </a:r>
            <a:r>
              <a:rPr lang="en-US" sz="2800" b="0" dirty="0" err="1">
                <a:solidFill>
                  <a:srgbClr val="262626"/>
                </a:solidFill>
              </a:rPr>
              <a:t>kế</a:t>
            </a:r>
            <a:r>
              <a:rPr lang="en-US" sz="2800" b="0" dirty="0">
                <a:solidFill>
                  <a:srgbClr val="262626"/>
                </a:solidFill>
              </a:rPr>
              <a:t> </a:t>
            </a:r>
            <a:r>
              <a:rPr lang="en-US" sz="2800" b="0" dirty="0" err="1">
                <a:solidFill>
                  <a:srgbClr val="262626"/>
                </a:solidFill>
              </a:rPr>
              <a:t>giao</a:t>
            </a:r>
            <a:r>
              <a:rPr lang="en-US" sz="2800" b="0" dirty="0">
                <a:solidFill>
                  <a:srgbClr val="262626"/>
                </a:solidFill>
              </a:rPr>
              <a:t> </a:t>
            </a:r>
            <a:r>
              <a:rPr lang="en-US" sz="2800" b="0" dirty="0" err="1">
                <a:solidFill>
                  <a:srgbClr val="262626"/>
                </a:solidFill>
              </a:rPr>
              <a:t>diện</a:t>
            </a:r>
            <a:r>
              <a:rPr lang="en-US" sz="2800" b="0" dirty="0">
                <a:solidFill>
                  <a:srgbClr val="262626"/>
                </a:solidFill>
              </a:rPr>
              <a:t> </a:t>
            </a:r>
            <a:r>
              <a:rPr lang="en-US" sz="2800" b="0" dirty="0" err="1">
                <a:solidFill>
                  <a:srgbClr val="262626"/>
                </a:solidFill>
              </a:rPr>
              <a:t>người</a:t>
            </a:r>
            <a:r>
              <a:rPr lang="en-US" sz="2800" b="0" dirty="0">
                <a:solidFill>
                  <a:srgbClr val="262626"/>
                </a:solidFill>
              </a:rPr>
              <a:t> </a:t>
            </a:r>
            <a:r>
              <a:rPr lang="en-US" sz="2800" b="0" dirty="0" err="1">
                <a:solidFill>
                  <a:srgbClr val="262626"/>
                </a:solidFill>
              </a:rPr>
              <a:t>dùng</a:t>
            </a:r>
            <a:endParaRPr lang="vi-VN" sz="2800" b="0" dirty="0">
              <a:solidFill>
                <a:srgbClr val="262626"/>
              </a:solidFill>
            </a:endParaRPr>
          </a:p>
        </p:txBody>
      </p:sp>
      <p:sp>
        <p:nvSpPr>
          <p:cNvPr id="68" name="Google Shape;68;p3"/>
          <p:cNvSpPr txBox="1">
            <a:spLocks noGrp="1"/>
          </p:cNvSpPr>
          <p:nvPr>
            <p:ph type="sldNum" idx="4294967295"/>
          </p:nvPr>
        </p:nvSpPr>
        <p:spPr>
          <a:xfrm>
            <a:off x="76200" y="6172201"/>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sz="2000">
                <a:solidFill>
                  <a:schemeClr val="lt1"/>
                </a:solidFill>
              </a:rPr>
              <a:t>15</a:t>
            </a:fld>
            <a:endParaRPr sz="2000">
              <a:solidFill>
                <a:schemeClr val="lt1"/>
              </a:solidFill>
            </a:endParaRPr>
          </a:p>
        </p:txBody>
      </p:sp>
      <p:sp>
        <p:nvSpPr>
          <p:cNvPr id="69" name="Google Shape;69;p3"/>
          <p:cNvSpPr txBox="1"/>
          <p:nvPr/>
        </p:nvSpPr>
        <p:spPr>
          <a:xfrm>
            <a:off x="1207998" y="3784549"/>
            <a:ext cx="2809240" cy="457200"/>
          </a:xfrm>
          <a:prstGeom prst="rect">
            <a:avLst/>
          </a:prstGeom>
          <a:noFill/>
          <a:ln>
            <a:noFill/>
          </a:ln>
        </p:spPr>
        <p:txBody>
          <a:bodyPr spcFirstLastPara="1" wrap="square" lIns="91425" tIns="45700" rIns="91425" bIns="45700" anchor="t" anchorCtr="0">
            <a:normAutofit/>
          </a:bodyPr>
          <a:lstStyle/>
          <a:p>
            <a:pPr marL="0" marR="0" lvl="0" indent="0" algn="l" rtl="0">
              <a:spcBef>
                <a:spcPts val="0"/>
              </a:spcBef>
              <a:spcAft>
                <a:spcPts val="0"/>
              </a:spcAft>
              <a:buNone/>
            </a:pPr>
            <a:r>
              <a:rPr lang="en-US" sz="2400" b="1" dirty="0" err="1">
                <a:solidFill>
                  <a:schemeClr val="lt1"/>
                </a:solidFill>
                <a:latin typeface="Quattrocento Sans" panose="020B0502050000020003"/>
                <a:ea typeface="Quattrocento Sans" panose="020B0502050000020003"/>
                <a:cs typeface="Quattrocento Sans" panose="020B0502050000020003"/>
                <a:sym typeface="Quattrocento Sans" panose="020B0502050000020003"/>
              </a:rPr>
              <a:t>Phần</a:t>
            </a:r>
            <a:r>
              <a:rPr lang="en-US" sz="2400" b="1" dirty="0">
                <a:solidFill>
                  <a:schemeClr val="lt1"/>
                </a:solidFill>
                <a:latin typeface="Quattrocento Sans" panose="020B0502050000020003"/>
                <a:ea typeface="Quattrocento Sans" panose="020B0502050000020003"/>
                <a:cs typeface="Quattrocento Sans" panose="020B0502050000020003"/>
                <a:sym typeface="Quattrocento Sans" panose="020B0502050000020003"/>
              </a:rPr>
              <a:t> 2</a:t>
            </a:r>
            <a:endParaRPr sz="2400" b="1" dirty="0">
              <a:solidFill>
                <a:schemeClr val="lt1"/>
              </a:solidFill>
              <a:latin typeface="Quattrocento Sans" panose="020B0502050000020003"/>
              <a:ea typeface="Quattrocento Sans" panose="020B0502050000020003"/>
              <a:cs typeface="Quattrocento Sans" panose="020B0502050000020003"/>
              <a:sym typeface="Quattrocento Sans" panose="020B0502050000020003"/>
            </a:endParaRPr>
          </a:p>
        </p:txBody>
      </p:sp>
      <p:pic>
        <p:nvPicPr>
          <p:cNvPr id="70" name="Google Shape;70;p3"/>
          <p:cNvPicPr preferRelativeResize="0"/>
          <p:nvPr/>
        </p:nvPicPr>
        <p:blipFill rotWithShape="1">
          <a:blip r:embed="rId3"/>
          <a:srcRect/>
          <a:stretch>
            <a:fillRect/>
          </a:stretch>
        </p:blipFill>
        <p:spPr>
          <a:xfrm>
            <a:off x="5068798" y="457200"/>
            <a:ext cx="7220811" cy="3625320"/>
          </a:xfrm>
          <a:prstGeom prst="rect">
            <a:avLst/>
          </a:prstGeom>
          <a:noFill/>
          <a:ln>
            <a:noFill/>
          </a:ln>
        </p:spPr>
      </p:pic>
    </p:spTree>
    <p:extLst>
      <p:ext uri="{BB962C8B-B14F-4D97-AF65-F5344CB8AC3E}">
        <p14:creationId xmlns:p14="http://schemas.microsoft.com/office/powerpoint/2010/main" val="252171323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301"/>
        <p:cNvGrpSpPr/>
        <p:nvPr/>
      </p:nvGrpSpPr>
      <p:grpSpPr>
        <a:xfrm>
          <a:off x="0" y="0"/>
          <a:ext cx="0" cy="0"/>
          <a:chOff x="0" y="0"/>
          <a:chExt cx="0" cy="0"/>
        </a:xfrm>
      </p:grpSpPr>
      <p:sp>
        <p:nvSpPr>
          <p:cNvPr id="302" name="Google Shape;302;p34"/>
          <p:cNvSpPr txBox="1">
            <a:spLocks noGrp="1"/>
          </p:cNvSpPr>
          <p:nvPr>
            <p:ph type="title"/>
          </p:nvPr>
        </p:nvSpPr>
        <p:spPr>
          <a:xfrm>
            <a:off x="406400" y="254849"/>
            <a:ext cx="11379300" cy="613800"/>
          </a:xfrm>
          <a:prstGeom prst="rect">
            <a:avLst/>
          </a:prstGeom>
          <a:noFill/>
          <a:ln>
            <a:noFill/>
          </a:ln>
        </p:spPr>
        <p:txBody>
          <a:bodyPr spcFirstLastPara="1" wrap="square" lIns="91425" tIns="45700" rIns="91425" bIns="45700" anchor="ctr" anchorCtr="0">
            <a:normAutofit/>
          </a:bodyPr>
          <a:lstStyle/>
          <a:p>
            <a:pPr lvl="0">
              <a:buSzPts val="2800"/>
            </a:pPr>
            <a:r>
              <a:rPr lang="en-US" dirty="0"/>
              <a:t>3. </a:t>
            </a:r>
            <a:r>
              <a:rPr lang="en-US" dirty="0" err="1"/>
              <a:t>Thiết</a:t>
            </a:r>
            <a:r>
              <a:rPr lang="en-US" dirty="0"/>
              <a:t> </a:t>
            </a:r>
            <a:r>
              <a:rPr lang="en-US" dirty="0" err="1"/>
              <a:t>kế</a:t>
            </a:r>
            <a:r>
              <a:rPr lang="en-US" dirty="0"/>
              <a:t> </a:t>
            </a:r>
            <a:r>
              <a:rPr lang="en-US" dirty="0" err="1"/>
              <a:t>giao</a:t>
            </a:r>
            <a:r>
              <a:rPr lang="en-US" dirty="0"/>
              <a:t> </a:t>
            </a:r>
            <a:r>
              <a:rPr lang="en-US" dirty="0" err="1"/>
              <a:t>diện</a:t>
            </a:r>
            <a:r>
              <a:rPr lang="en-US" dirty="0"/>
              <a:t> </a:t>
            </a:r>
            <a:r>
              <a:rPr lang="en-US" dirty="0" err="1"/>
              <a:t>người</a:t>
            </a:r>
            <a:r>
              <a:rPr lang="en-US" dirty="0"/>
              <a:t> </a:t>
            </a:r>
            <a:r>
              <a:rPr lang="en-US" dirty="0" err="1"/>
              <a:t>dùng</a:t>
            </a:r>
            <a:r>
              <a:rPr lang="en-US" dirty="0"/>
              <a:t> </a:t>
            </a:r>
            <a:r>
              <a:rPr lang="en-US" dirty="0" err="1"/>
              <a:t>là</a:t>
            </a:r>
            <a:r>
              <a:rPr lang="en-US" dirty="0"/>
              <a:t> </a:t>
            </a:r>
            <a:r>
              <a:rPr lang="en-US" dirty="0" err="1"/>
              <a:t>gì</a:t>
            </a:r>
            <a:endParaRPr dirty="0">
              <a:solidFill>
                <a:schemeClr val="dk2"/>
              </a:solidFill>
            </a:endParaRPr>
          </a:p>
        </p:txBody>
      </p:sp>
      <p:sp>
        <p:nvSpPr>
          <p:cNvPr id="303" name="Google Shape;303;p34"/>
          <p:cNvSpPr txBox="1"/>
          <p:nvPr/>
        </p:nvSpPr>
        <p:spPr>
          <a:xfrm>
            <a:off x="406399" y="1057564"/>
            <a:ext cx="7774563" cy="4893607"/>
          </a:xfrm>
          <a:prstGeom prst="rect">
            <a:avLst/>
          </a:prstGeom>
          <a:noFill/>
          <a:ln>
            <a:noFill/>
          </a:ln>
        </p:spPr>
        <p:txBody>
          <a:bodyPr spcFirstLastPara="1" wrap="square" lIns="91425" tIns="45700" rIns="91425" bIns="45700" anchor="t" anchorCtr="0">
            <a:spAutoFit/>
          </a:bodyPr>
          <a:lstStyle/>
          <a:p>
            <a:pPr marL="800100" lvl="1" indent="-342900">
              <a:lnSpc>
                <a:spcPct val="130000"/>
              </a:lnSpc>
              <a:buClr>
                <a:schemeClr val="accent1"/>
              </a:buClr>
              <a:buSzPts val="2800"/>
              <a:buFontTx/>
              <a:buChar char="-"/>
            </a:pPr>
            <a:r>
              <a:rPr lang="vi-VN" sz="2400" dirty="0">
                <a:solidFill>
                  <a:schemeClr val="dk1"/>
                </a:solidFill>
                <a:latin typeface="Calibri" panose="020F0502020204030204"/>
                <a:ea typeface="Calibri" panose="020F0502020204030204"/>
                <a:cs typeface="Calibri" panose="020F0502020204030204"/>
                <a:sym typeface="Calibri" panose="020F0502020204030204"/>
              </a:rPr>
              <a:t>Thiết kế giao diện người dùng (User Interface design - UI design) là quá trình thiết kế các thành phần giao diện người dùng, từ icon, typography, màu sắc, và layout cho đến các tính năng tương tác, để cung cấp trải nghiệm người dùng tốt nhất. </a:t>
            </a:r>
            <a:endParaRPr lang="en-US" sz="2400" dirty="0">
              <a:solidFill>
                <a:schemeClr val="dk1"/>
              </a:solidFill>
              <a:latin typeface="Calibri" panose="020F0502020204030204"/>
              <a:ea typeface="Calibri" panose="020F0502020204030204"/>
              <a:cs typeface="Calibri" panose="020F0502020204030204"/>
              <a:sym typeface="Calibri" panose="020F0502020204030204"/>
            </a:endParaRPr>
          </a:p>
          <a:p>
            <a:pPr marL="800100" lvl="1" indent="-342900">
              <a:lnSpc>
                <a:spcPct val="130000"/>
              </a:lnSpc>
              <a:buClr>
                <a:schemeClr val="accent1"/>
              </a:buClr>
              <a:buSzPts val="2800"/>
              <a:buFontTx/>
              <a:buChar char="-"/>
            </a:pPr>
            <a:r>
              <a:rPr lang="vi-VN" sz="2400" dirty="0">
                <a:solidFill>
                  <a:schemeClr val="dk1"/>
                </a:solidFill>
                <a:latin typeface="Calibri" panose="020F0502020204030204"/>
                <a:ea typeface="Calibri" panose="020F0502020204030204"/>
                <a:cs typeface="Calibri" panose="020F0502020204030204"/>
                <a:sym typeface="Calibri" panose="020F0502020204030204"/>
              </a:rPr>
              <a:t>Mục tiêu của UI design là tạo ra một giao diện dễ sử dụng, thân thiện với người dùng và dễ tương tác. </a:t>
            </a:r>
            <a:endParaRPr lang="en-US" sz="2400" dirty="0">
              <a:solidFill>
                <a:schemeClr val="dk1"/>
              </a:solidFill>
              <a:latin typeface="Calibri" panose="020F0502020204030204"/>
              <a:ea typeface="Calibri" panose="020F0502020204030204"/>
              <a:cs typeface="Calibri" panose="020F0502020204030204"/>
              <a:sym typeface="Calibri" panose="020F0502020204030204"/>
            </a:endParaRPr>
          </a:p>
          <a:p>
            <a:pPr marL="800100" lvl="1" indent="-342900">
              <a:lnSpc>
                <a:spcPct val="130000"/>
              </a:lnSpc>
              <a:buClr>
                <a:schemeClr val="accent1"/>
              </a:buClr>
              <a:buSzPts val="2800"/>
              <a:buFontTx/>
              <a:buChar char="-"/>
            </a:pPr>
            <a:r>
              <a:rPr lang="vi-VN" sz="2400" dirty="0">
                <a:solidFill>
                  <a:schemeClr val="dk1"/>
                </a:solidFill>
                <a:latin typeface="Calibri" panose="020F0502020204030204"/>
                <a:ea typeface="Calibri" panose="020F0502020204030204"/>
                <a:cs typeface="Calibri" panose="020F0502020204030204"/>
                <a:sym typeface="Calibri" panose="020F0502020204030204"/>
              </a:rPr>
              <a:t>Quá trình thiết kế UI bao gồm các bước: thu thập thông tin, thiết kế nguyên mẫu, thiết kế giao diện, thử nghiệm và đánh giá.</a:t>
            </a:r>
            <a:endParaRPr sz="2400" i="0" u="none" strike="noStrike" cap="none" dirty="0">
              <a:solidFill>
                <a:schemeClr val="dk1"/>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01"/>
        <p:cNvGrpSpPr/>
        <p:nvPr/>
      </p:nvGrpSpPr>
      <p:grpSpPr>
        <a:xfrm>
          <a:off x="0" y="0"/>
          <a:ext cx="0" cy="0"/>
          <a:chOff x="0" y="0"/>
          <a:chExt cx="0" cy="0"/>
        </a:xfrm>
      </p:grpSpPr>
      <p:sp>
        <p:nvSpPr>
          <p:cNvPr id="302" name="Google Shape;302;p34"/>
          <p:cNvSpPr txBox="1">
            <a:spLocks noGrp="1"/>
          </p:cNvSpPr>
          <p:nvPr>
            <p:ph type="title"/>
          </p:nvPr>
        </p:nvSpPr>
        <p:spPr>
          <a:xfrm>
            <a:off x="406400" y="254849"/>
            <a:ext cx="11379300" cy="613800"/>
          </a:xfrm>
          <a:prstGeom prst="rect">
            <a:avLst/>
          </a:prstGeom>
          <a:noFill/>
          <a:ln>
            <a:noFill/>
          </a:ln>
        </p:spPr>
        <p:txBody>
          <a:bodyPr spcFirstLastPara="1" wrap="square" lIns="91425" tIns="45700" rIns="91425" bIns="45700" anchor="ctr" anchorCtr="0">
            <a:normAutofit/>
          </a:bodyPr>
          <a:lstStyle/>
          <a:p>
            <a:pPr lvl="0">
              <a:buSzPts val="2800"/>
            </a:pPr>
            <a:r>
              <a:rPr lang="en-US" dirty="0"/>
              <a:t>3. </a:t>
            </a:r>
            <a:r>
              <a:rPr lang="en-US" dirty="0" err="1"/>
              <a:t>Vòng</a:t>
            </a:r>
            <a:r>
              <a:rPr lang="en-US" dirty="0"/>
              <a:t> </a:t>
            </a:r>
            <a:r>
              <a:rPr lang="en-US" dirty="0" err="1"/>
              <a:t>tròn</a:t>
            </a:r>
            <a:r>
              <a:rPr lang="en-US" dirty="0"/>
              <a:t> </a:t>
            </a:r>
            <a:r>
              <a:rPr lang="en-US" dirty="0" err="1"/>
              <a:t>màu</a:t>
            </a:r>
            <a:r>
              <a:rPr lang="en-US" dirty="0"/>
              <a:t> </a:t>
            </a:r>
            <a:r>
              <a:rPr lang="en-US" dirty="0" err="1"/>
              <a:t>và</a:t>
            </a:r>
            <a:r>
              <a:rPr lang="en-US" dirty="0"/>
              <a:t> </a:t>
            </a:r>
            <a:r>
              <a:rPr lang="en-US" dirty="0" err="1"/>
              <a:t>phương</a:t>
            </a:r>
            <a:r>
              <a:rPr lang="en-US" dirty="0"/>
              <a:t> </a:t>
            </a:r>
            <a:r>
              <a:rPr lang="en-US" dirty="0" err="1"/>
              <a:t>pháp</a:t>
            </a:r>
            <a:r>
              <a:rPr lang="en-US" dirty="0"/>
              <a:t> </a:t>
            </a:r>
            <a:r>
              <a:rPr lang="en-US" dirty="0" err="1"/>
              <a:t>phối</a:t>
            </a:r>
            <a:r>
              <a:rPr lang="en-US" dirty="0"/>
              <a:t> </a:t>
            </a:r>
            <a:r>
              <a:rPr lang="en-US" dirty="0" err="1"/>
              <a:t>màu</a:t>
            </a:r>
            <a:endParaRPr dirty="0">
              <a:solidFill>
                <a:schemeClr val="dk2"/>
              </a:solidFill>
            </a:endParaRPr>
          </a:p>
        </p:txBody>
      </p:sp>
      <p:sp>
        <p:nvSpPr>
          <p:cNvPr id="303" name="Google Shape;303;p34"/>
          <p:cNvSpPr txBox="1"/>
          <p:nvPr/>
        </p:nvSpPr>
        <p:spPr>
          <a:xfrm>
            <a:off x="406399" y="1057564"/>
            <a:ext cx="6668655" cy="4493497"/>
          </a:xfrm>
          <a:prstGeom prst="rect">
            <a:avLst/>
          </a:prstGeom>
          <a:noFill/>
          <a:ln>
            <a:noFill/>
          </a:ln>
        </p:spPr>
        <p:txBody>
          <a:bodyPr spcFirstLastPara="1" wrap="square" lIns="91425" tIns="45700" rIns="91425" bIns="45700" anchor="t" anchorCtr="0">
            <a:spAutoFit/>
          </a:bodyPr>
          <a:lstStyle/>
          <a:p>
            <a:pPr marL="457200" marR="0" lvl="1" indent="0" algn="l" rtl="0">
              <a:lnSpc>
                <a:spcPct val="130000"/>
              </a:lnSpc>
              <a:spcBef>
                <a:spcPts val="0"/>
              </a:spcBef>
              <a:spcAft>
                <a:spcPts val="0"/>
              </a:spcAft>
              <a:buClr>
                <a:schemeClr val="accent1"/>
              </a:buClr>
              <a:buSzPts val="2800"/>
              <a:buFont typeface="Arial" panose="020B0604020202020204"/>
              <a:buNone/>
            </a:pPr>
            <a:r>
              <a:rPr lang="en-US" sz="2800" b="1" dirty="0">
                <a:solidFill>
                  <a:schemeClr val="dk1"/>
                </a:solidFill>
                <a:latin typeface="Calibri" panose="020F0502020204030204"/>
                <a:ea typeface="Calibri" panose="020F0502020204030204"/>
                <a:cs typeface="Calibri" panose="020F0502020204030204"/>
                <a:sym typeface="Calibri" panose="020F0502020204030204"/>
              </a:rPr>
              <a:t>3.1. </a:t>
            </a:r>
            <a:r>
              <a:rPr lang="en-US" sz="2800" b="1" dirty="0" err="1">
                <a:solidFill>
                  <a:schemeClr val="dk1"/>
                </a:solidFill>
                <a:latin typeface="Calibri" panose="020F0502020204030204"/>
                <a:ea typeface="Calibri" panose="020F0502020204030204"/>
                <a:cs typeface="Calibri" panose="020F0502020204030204"/>
                <a:sym typeface="Calibri" panose="020F0502020204030204"/>
              </a:rPr>
              <a:t>Vòng</a:t>
            </a:r>
            <a:r>
              <a:rPr lang="en-US" sz="2800" b="1" dirty="0">
                <a:solidFill>
                  <a:schemeClr val="dk1"/>
                </a:solidFill>
                <a:latin typeface="Calibri" panose="020F0502020204030204"/>
                <a:ea typeface="Calibri" panose="020F0502020204030204"/>
                <a:cs typeface="Calibri" panose="020F0502020204030204"/>
                <a:sym typeface="Calibri" panose="020F0502020204030204"/>
              </a:rPr>
              <a:t> </a:t>
            </a:r>
            <a:r>
              <a:rPr lang="en-US" sz="2800" b="1" dirty="0" err="1">
                <a:solidFill>
                  <a:schemeClr val="dk1"/>
                </a:solidFill>
                <a:latin typeface="Calibri" panose="020F0502020204030204"/>
                <a:ea typeface="Calibri" panose="020F0502020204030204"/>
                <a:cs typeface="Calibri" panose="020F0502020204030204"/>
                <a:sym typeface="Calibri" panose="020F0502020204030204"/>
              </a:rPr>
              <a:t>tròn</a:t>
            </a:r>
            <a:r>
              <a:rPr lang="en-US" sz="2800" b="1" dirty="0">
                <a:solidFill>
                  <a:schemeClr val="dk1"/>
                </a:solidFill>
                <a:latin typeface="Calibri" panose="020F0502020204030204"/>
                <a:ea typeface="Calibri" panose="020F0502020204030204"/>
                <a:cs typeface="Calibri" panose="020F0502020204030204"/>
                <a:sym typeface="Calibri" panose="020F0502020204030204"/>
              </a:rPr>
              <a:t> </a:t>
            </a:r>
            <a:r>
              <a:rPr lang="en-US" sz="2800" b="1" dirty="0" err="1">
                <a:solidFill>
                  <a:schemeClr val="dk1"/>
                </a:solidFill>
                <a:latin typeface="Calibri" panose="020F0502020204030204"/>
                <a:ea typeface="Calibri" panose="020F0502020204030204"/>
                <a:cs typeface="Calibri" panose="020F0502020204030204"/>
                <a:sym typeface="Calibri" panose="020F0502020204030204"/>
              </a:rPr>
              <a:t>màu</a:t>
            </a:r>
            <a:r>
              <a:rPr lang="en-US" sz="2800" b="1" dirty="0">
                <a:solidFill>
                  <a:schemeClr val="dk1"/>
                </a:solidFill>
                <a:latin typeface="Calibri" panose="020F0502020204030204"/>
                <a:ea typeface="Calibri" panose="020F0502020204030204"/>
                <a:cs typeface="Calibri" panose="020F0502020204030204"/>
                <a:sym typeface="Calibri" panose="020F0502020204030204"/>
              </a:rPr>
              <a:t> </a:t>
            </a:r>
            <a:r>
              <a:rPr lang="en-US" sz="2800" b="1" dirty="0" err="1">
                <a:solidFill>
                  <a:schemeClr val="dk1"/>
                </a:solidFill>
                <a:latin typeface="Calibri" panose="020F0502020204030204"/>
                <a:ea typeface="Calibri" panose="020F0502020204030204"/>
                <a:cs typeface="Calibri" panose="020F0502020204030204"/>
                <a:sym typeface="Calibri" panose="020F0502020204030204"/>
              </a:rPr>
              <a:t>sắc</a:t>
            </a:r>
            <a:endParaRPr lang="en-US" sz="2800" b="1" dirty="0">
              <a:solidFill>
                <a:schemeClr val="dk1"/>
              </a:solidFill>
              <a:latin typeface="Calibri" panose="020F0502020204030204"/>
              <a:ea typeface="Calibri" panose="020F0502020204030204"/>
              <a:cs typeface="Calibri" panose="020F0502020204030204"/>
              <a:sym typeface="Calibri" panose="020F0502020204030204"/>
            </a:endParaRPr>
          </a:p>
          <a:p>
            <a:pPr marL="800100" lvl="1" indent="-342900">
              <a:lnSpc>
                <a:spcPct val="130000"/>
              </a:lnSpc>
              <a:buClr>
                <a:schemeClr val="accent1"/>
              </a:buClr>
              <a:buSzPts val="2800"/>
              <a:buFontTx/>
              <a:buChar char="-"/>
            </a:pPr>
            <a:r>
              <a:rPr lang="vi-VN" sz="2400" dirty="0">
                <a:solidFill>
                  <a:schemeClr val="dk1"/>
                </a:solidFill>
                <a:latin typeface="Calibri" panose="020F0502020204030204"/>
                <a:ea typeface="Calibri" panose="020F0502020204030204"/>
                <a:cs typeface="Calibri" panose="020F0502020204030204"/>
                <a:sym typeface="Calibri" panose="020F0502020204030204"/>
              </a:rPr>
              <a:t>Vòng tròn màu sắc hay còn được gọi là Color Wheel, bánh xe màu, vòng thuần sắc…</a:t>
            </a:r>
            <a:endParaRPr lang="en-US" sz="2400" dirty="0">
              <a:solidFill>
                <a:schemeClr val="dk1"/>
              </a:solidFill>
              <a:latin typeface="Calibri" panose="020F0502020204030204"/>
              <a:ea typeface="Calibri" panose="020F0502020204030204"/>
              <a:cs typeface="Calibri" panose="020F0502020204030204"/>
              <a:sym typeface="Calibri" panose="020F0502020204030204"/>
            </a:endParaRPr>
          </a:p>
          <a:p>
            <a:pPr marL="800100" lvl="1" indent="-342900">
              <a:lnSpc>
                <a:spcPct val="130000"/>
              </a:lnSpc>
              <a:buClr>
                <a:schemeClr val="accent1"/>
              </a:buClr>
              <a:buSzPts val="2800"/>
              <a:buFontTx/>
              <a:buChar char="-"/>
            </a:pPr>
            <a:r>
              <a:rPr lang="en-US" sz="2400" dirty="0">
                <a:solidFill>
                  <a:schemeClr val="dk1"/>
                </a:solidFill>
                <a:latin typeface="Calibri" panose="020F0502020204030204"/>
                <a:ea typeface="Calibri" panose="020F0502020204030204"/>
                <a:cs typeface="Calibri" panose="020F0502020204030204"/>
                <a:sym typeface="Calibri" panose="020F0502020204030204"/>
              </a:rPr>
              <a:t>L</a:t>
            </a:r>
            <a:r>
              <a:rPr lang="vi-VN" sz="2400" dirty="0">
                <a:solidFill>
                  <a:schemeClr val="dk1"/>
                </a:solidFill>
                <a:latin typeface="Calibri" panose="020F0502020204030204"/>
                <a:ea typeface="Calibri" panose="020F0502020204030204"/>
                <a:cs typeface="Calibri" panose="020F0502020204030204"/>
                <a:sym typeface="Calibri" panose="020F0502020204030204"/>
              </a:rPr>
              <a:t>à một hình tròn bao gồm những màu sắc được tạo ra bằng cách trộn 2 màu trong bánh xe màu để tạo ra màu tiếp theo. </a:t>
            </a:r>
            <a:endParaRPr lang="en-US" sz="2400" dirty="0">
              <a:solidFill>
                <a:schemeClr val="dk1"/>
              </a:solidFill>
              <a:latin typeface="Calibri" panose="020F0502020204030204"/>
              <a:ea typeface="Calibri" panose="020F0502020204030204"/>
              <a:cs typeface="Calibri" panose="020F0502020204030204"/>
              <a:sym typeface="Calibri" panose="020F0502020204030204"/>
            </a:endParaRPr>
          </a:p>
          <a:p>
            <a:pPr marL="800100" lvl="1" indent="-342900">
              <a:lnSpc>
                <a:spcPct val="130000"/>
              </a:lnSpc>
              <a:buClr>
                <a:schemeClr val="accent1"/>
              </a:buClr>
              <a:buSzPts val="2800"/>
              <a:buFontTx/>
              <a:buChar char="-"/>
            </a:pPr>
            <a:r>
              <a:rPr lang="vi-VN" sz="2400" dirty="0">
                <a:solidFill>
                  <a:schemeClr val="dk1"/>
                </a:solidFill>
                <a:latin typeface="Calibri" panose="020F0502020204030204"/>
                <a:ea typeface="Calibri" panose="020F0502020204030204"/>
                <a:cs typeface="Calibri" panose="020F0502020204030204"/>
                <a:sym typeface="Calibri" panose="020F0502020204030204"/>
              </a:rPr>
              <a:t>Trong một vòng thuần sắc, chúng ta sẽ có 3 màu cấp 1 (còn gọi là màu cơ bản), 3 màu cấp 2) và 6 màu cấp 3.</a:t>
            </a:r>
            <a:endParaRPr sz="2400" i="0" u="none" strike="noStrike" cap="none" dirty="0">
              <a:solidFill>
                <a:schemeClr val="dk1"/>
              </a:solidFill>
              <a:latin typeface="Calibri" panose="020F0502020204030204"/>
              <a:ea typeface="Calibri" panose="020F0502020204030204"/>
              <a:cs typeface="Calibri" panose="020F0502020204030204"/>
              <a:sym typeface="Calibri" panose="020F0502020204030204"/>
            </a:endParaRPr>
          </a:p>
        </p:txBody>
      </p:sp>
      <p:pic>
        <p:nvPicPr>
          <p:cNvPr id="2" name="Picture 1"/>
          <p:cNvPicPr>
            <a:picLocks noChangeAspect="1"/>
          </p:cNvPicPr>
          <p:nvPr/>
        </p:nvPicPr>
        <p:blipFill>
          <a:blip r:embed="rId3"/>
          <a:stretch>
            <a:fillRect/>
          </a:stretch>
        </p:blipFill>
        <p:spPr>
          <a:xfrm>
            <a:off x="7450278" y="1158442"/>
            <a:ext cx="4289240" cy="4586577"/>
          </a:xfrm>
          <a:prstGeom prst="rect">
            <a:avLst/>
          </a:prstGeom>
        </p:spPr>
      </p:pic>
    </p:spTree>
    <p:extLst>
      <p:ext uri="{BB962C8B-B14F-4D97-AF65-F5344CB8AC3E}">
        <p14:creationId xmlns:p14="http://schemas.microsoft.com/office/powerpoint/2010/main" val="82359298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01"/>
        <p:cNvGrpSpPr/>
        <p:nvPr/>
      </p:nvGrpSpPr>
      <p:grpSpPr>
        <a:xfrm>
          <a:off x="0" y="0"/>
          <a:ext cx="0" cy="0"/>
          <a:chOff x="0" y="0"/>
          <a:chExt cx="0" cy="0"/>
        </a:xfrm>
      </p:grpSpPr>
      <p:sp>
        <p:nvSpPr>
          <p:cNvPr id="302" name="Google Shape;302;p34"/>
          <p:cNvSpPr txBox="1">
            <a:spLocks noGrp="1"/>
          </p:cNvSpPr>
          <p:nvPr>
            <p:ph type="title"/>
          </p:nvPr>
        </p:nvSpPr>
        <p:spPr>
          <a:xfrm>
            <a:off x="406400" y="254849"/>
            <a:ext cx="11379300" cy="613800"/>
          </a:xfrm>
          <a:prstGeom prst="rect">
            <a:avLst/>
          </a:prstGeom>
          <a:noFill/>
          <a:ln>
            <a:noFill/>
          </a:ln>
        </p:spPr>
        <p:txBody>
          <a:bodyPr spcFirstLastPara="1" wrap="square" lIns="91425" tIns="45700" rIns="91425" bIns="45700" anchor="ctr" anchorCtr="0">
            <a:normAutofit/>
          </a:bodyPr>
          <a:lstStyle/>
          <a:p>
            <a:pPr lvl="0">
              <a:buSzPts val="2800"/>
            </a:pPr>
            <a:r>
              <a:rPr lang="en-US" dirty="0"/>
              <a:t>3. </a:t>
            </a:r>
            <a:r>
              <a:rPr lang="en-US" dirty="0" err="1"/>
              <a:t>Vòng</a:t>
            </a:r>
            <a:r>
              <a:rPr lang="en-US" dirty="0"/>
              <a:t> </a:t>
            </a:r>
            <a:r>
              <a:rPr lang="en-US" dirty="0" err="1"/>
              <a:t>tròn</a:t>
            </a:r>
            <a:r>
              <a:rPr lang="en-US" dirty="0"/>
              <a:t> </a:t>
            </a:r>
            <a:r>
              <a:rPr lang="en-US" dirty="0" err="1"/>
              <a:t>màu</a:t>
            </a:r>
            <a:r>
              <a:rPr lang="en-US" dirty="0"/>
              <a:t> </a:t>
            </a:r>
            <a:r>
              <a:rPr lang="en-US" dirty="0" err="1"/>
              <a:t>và</a:t>
            </a:r>
            <a:r>
              <a:rPr lang="en-US" dirty="0"/>
              <a:t> </a:t>
            </a:r>
            <a:r>
              <a:rPr lang="en-US" dirty="0" err="1"/>
              <a:t>phương</a:t>
            </a:r>
            <a:r>
              <a:rPr lang="en-US" dirty="0"/>
              <a:t> </a:t>
            </a:r>
            <a:r>
              <a:rPr lang="en-US" dirty="0" err="1"/>
              <a:t>pháp</a:t>
            </a:r>
            <a:r>
              <a:rPr lang="en-US" dirty="0"/>
              <a:t> </a:t>
            </a:r>
            <a:r>
              <a:rPr lang="en-US" dirty="0" err="1"/>
              <a:t>phối</a:t>
            </a:r>
            <a:r>
              <a:rPr lang="en-US" dirty="0"/>
              <a:t> </a:t>
            </a:r>
            <a:r>
              <a:rPr lang="en-US" dirty="0" err="1"/>
              <a:t>màu</a:t>
            </a:r>
            <a:endParaRPr dirty="0">
              <a:solidFill>
                <a:schemeClr val="dk2"/>
              </a:solidFill>
            </a:endParaRPr>
          </a:p>
        </p:txBody>
      </p:sp>
      <p:pic>
        <p:nvPicPr>
          <p:cNvPr id="3" name="Picture 2"/>
          <p:cNvPicPr>
            <a:picLocks noChangeAspect="1"/>
          </p:cNvPicPr>
          <p:nvPr/>
        </p:nvPicPr>
        <p:blipFill>
          <a:blip r:embed="rId3"/>
          <a:stretch>
            <a:fillRect/>
          </a:stretch>
        </p:blipFill>
        <p:spPr>
          <a:xfrm>
            <a:off x="857393" y="2013526"/>
            <a:ext cx="3474541" cy="3888509"/>
          </a:xfrm>
          <a:prstGeom prst="rect">
            <a:avLst/>
          </a:prstGeom>
        </p:spPr>
      </p:pic>
      <p:pic>
        <p:nvPicPr>
          <p:cNvPr id="4" name="Picture 3"/>
          <p:cNvPicPr>
            <a:picLocks noChangeAspect="1"/>
          </p:cNvPicPr>
          <p:nvPr/>
        </p:nvPicPr>
        <p:blipFill>
          <a:blip r:embed="rId4"/>
          <a:stretch>
            <a:fillRect/>
          </a:stretch>
        </p:blipFill>
        <p:spPr>
          <a:xfrm>
            <a:off x="4522233" y="2013526"/>
            <a:ext cx="3427476" cy="3888509"/>
          </a:xfrm>
          <a:prstGeom prst="rect">
            <a:avLst/>
          </a:prstGeom>
        </p:spPr>
      </p:pic>
      <p:pic>
        <p:nvPicPr>
          <p:cNvPr id="5" name="Picture 4"/>
          <p:cNvPicPr>
            <a:picLocks noChangeAspect="1"/>
          </p:cNvPicPr>
          <p:nvPr/>
        </p:nvPicPr>
        <p:blipFill>
          <a:blip r:embed="rId5"/>
          <a:stretch>
            <a:fillRect/>
          </a:stretch>
        </p:blipFill>
        <p:spPr>
          <a:xfrm>
            <a:off x="8140009" y="2013526"/>
            <a:ext cx="3408788" cy="3888509"/>
          </a:xfrm>
          <a:prstGeom prst="rect">
            <a:avLst/>
          </a:prstGeom>
        </p:spPr>
      </p:pic>
    </p:spTree>
    <p:extLst>
      <p:ext uri="{BB962C8B-B14F-4D97-AF65-F5344CB8AC3E}">
        <p14:creationId xmlns:p14="http://schemas.microsoft.com/office/powerpoint/2010/main" val="157107852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01"/>
        <p:cNvGrpSpPr/>
        <p:nvPr/>
      </p:nvGrpSpPr>
      <p:grpSpPr>
        <a:xfrm>
          <a:off x="0" y="0"/>
          <a:ext cx="0" cy="0"/>
          <a:chOff x="0" y="0"/>
          <a:chExt cx="0" cy="0"/>
        </a:xfrm>
      </p:grpSpPr>
      <p:sp>
        <p:nvSpPr>
          <p:cNvPr id="302" name="Google Shape;302;p34"/>
          <p:cNvSpPr txBox="1">
            <a:spLocks noGrp="1"/>
          </p:cNvSpPr>
          <p:nvPr>
            <p:ph type="title"/>
          </p:nvPr>
        </p:nvSpPr>
        <p:spPr>
          <a:xfrm>
            <a:off x="406400" y="254849"/>
            <a:ext cx="11379300" cy="613800"/>
          </a:xfrm>
          <a:prstGeom prst="rect">
            <a:avLst/>
          </a:prstGeom>
          <a:noFill/>
          <a:ln>
            <a:noFill/>
          </a:ln>
        </p:spPr>
        <p:txBody>
          <a:bodyPr spcFirstLastPara="1" wrap="square" lIns="91425" tIns="45700" rIns="91425" bIns="45700" anchor="ctr" anchorCtr="0">
            <a:normAutofit/>
          </a:bodyPr>
          <a:lstStyle/>
          <a:p>
            <a:pPr lvl="0">
              <a:buSzPts val="2800"/>
            </a:pPr>
            <a:r>
              <a:rPr lang="en-US" dirty="0"/>
              <a:t>3. </a:t>
            </a:r>
            <a:r>
              <a:rPr lang="en-US" dirty="0" err="1"/>
              <a:t>Vòng</a:t>
            </a:r>
            <a:r>
              <a:rPr lang="en-US" dirty="0"/>
              <a:t> </a:t>
            </a:r>
            <a:r>
              <a:rPr lang="en-US" dirty="0" err="1"/>
              <a:t>tròn</a:t>
            </a:r>
            <a:r>
              <a:rPr lang="en-US" dirty="0"/>
              <a:t> </a:t>
            </a:r>
            <a:r>
              <a:rPr lang="en-US" dirty="0" err="1"/>
              <a:t>màu</a:t>
            </a:r>
            <a:r>
              <a:rPr lang="en-US" dirty="0"/>
              <a:t> </a:t>
            </a:r>
            <a:r>
              <a:rPr lang="en-US" dirty="0" err="1"/>
              <a:t>và</a:t>
            </a:r>
            <a:r>
              <a:rPr lang="en-US" dirty="0"/>
              <a:t> </a:t>
            </a:r>
            <a:r>
              <a:rPr lang="en-US" dirty="0" err="1"/>
              <a:t>phương</a:t>
            </a:r>
            <a:r>
              <a:rPr lang="en-US" dirty="0"/>
              <a:t> </a:t>
            </a:r>
            <a:r>
              <a:rPr lang="en-US" dirty="0" err="1"/>
              <a:t>pháp</a:t>
            </a:r>
            <a:r>
              <a:rPr lang="en-US" dirty="0"/>
              <a:t> </a:t>
            </a:r>
            <a:r>
              <a:rPr lang="en-US" dirty="0" err="1"/>
              <a:t>phối</a:t>
            </a:r>
            <a:r>
              <a:rPr lang="en-US" dirty="0"/>
              <a:t> </a:t>
            </a:r>
            <a:r>
              <a:rPr lang="en-US" dirty="0" err="1"/>
              <a:t>màu</a:t>
            </a:r>
            <a:endParaRPr dirty="0">
              <a:solidFill>
                <a:schemeClr val="dk2"/>
              </a:solidFill>
            </a:endParaRPr>
          </a:p>
        </p:txBody>
      </p:sp>
      <p:pic>
        <p:nvPicPr>
          <p:cNvPr id="6" name="Picture 5"/>
          <p:cNvPicPr>
            <a:picLocks noChangeAspect="1"/>
          </p:cNvPicPr>
          <p:nvPr/>
        </p:nvPicPr>
        <p:blipFill>
          <a:blip r:embed="rId3"/>
          <a:stretch>
            <a:fillRect/>
          </a:stretch>
        </p:blipFill>
        <p:spPr>
          <a:xfrm>
            <a:off x="3863086" y="1454775"/>
            <a:ext cx="4465927" cy="4605289"/>
          </a:xfrm>
          <a:prstGeom prst="rect">
            <a:avLst/>
          </a:prstGeom>
        </p:spPr>
      </p:pic>
    </p:spTree>
    <p:extLst>
      <p:ext uri="{BB962C8B-B14F-4D97-AF65-F5344CB8AC3E}">
        <p14:creationId xmlns:p14="http://schemas.microsoft.com/office/powerpoint/2010/main" val="296645825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FB8047-64D1-73CB-0CB8-962BDCB9AE3E}"/>
              </a:ext>
            </a:extLst>
          </p:cNvPr>
          <p:cNvSpPr>
            <a:spLocks noGrp="1"/>
          </p:cNvSpPr>
          <p:nvPr>
            <p:ph type="title"/>
          </p:nvPr>
        </p:nvSpPr>
        <p:spPr/>
        <p:txBody>
          <a:bodyPr>
            <a:normAutofit/>
          </a:bodyPr>
          <a:lstStyle/>
          <a:p>
            <a:r>
              <a:rPr lang="vi-VN" dirty="0">
                <a:solidFill>
                  <a:schemeClr val="bg2">
                    <a:lumMod val="50000"/>
                  </a:schemeClr>
                </a:solidFill>
              </a:rPr>
              <a:t>NGUYÊN LÝ HÒA TRỘN MÀU</a:t>
            </a:r>
            <a:r>
              <a:rPr lang="en-VN" dirty="0">
                <a:solidFill>
                  <a:schemeClr val="bg2">
                    <a:lumMod val="50000"/>
                  </a:schemeClr>
                </a:solidFill>
              </a:rPr>
              <a:t> </a:t>
            </a:r>
          </a:p>
        </p:txBody>
      </p:sp>
      <p:sp>
        <p:nvSpPr>
          <p:cNvPr id="3" name="Content Placeholder 3">
            <a:extLst>
              <a:ext uri="{FF2B5EF4-FFF2-40B4-BE49-F238E27FC236}">
                <a16:creationId xmlns:a16="http://schemas.microsoft.com/office/drawing/2014/main" id="{441527DD-E838-40C1-7397-55C49D1236E7}"/>
              </a:ext>
            </a:extLst>
          </p:cNvPr>
          <p:cNvSpPr txBox="1">
            <a:spLocks/>
          </p:cNvSpPr>
          <p:nvPr/>
        </p:nvSpPr>
        <p:spPr>
          <a:xfrm>
            <a:off x="406400" y="1066800"/>
            <a:ext cx="11176000" cy="5257800"/>
          </a:xfrm>
          <a:prstGeom prst="rect">
            <a:avLst/>
          </a:prstGeom>
        </p:spPr>
        <p:txBody>
          <a:bodyPr/>
          <a:lstStyle>
            <a:lvl1pPr marL="231775" indent="-231775" algn="l" defTabSz="914400" rtl="0" eaLnBrk="1" latinLnBrk="0" hangingPunct="1">
              <a:spcBef>
                <a:spcPct val="20000"/>
              </a:spcBef>
              <a:buClr>
                <a:schemeClr val="accent4"/>
              </a:buClr>
              <a:buFont typeface="Wingdings" panose="05000000000000000000" pitchFamily="2" charset="2"/>
              <a:buChar char="§"/>
              <a:defRPr sz="2400" kern="1200" baseline="0">
                <a:solidFill>
                  <a:schemeClr val="accent3">
                    <a:lumMod val="75000"/>
                  </a:schemeClr>
                </a:solidFill>
                <a:latin typeface="Segoe UI" panose="020B0502040204020203" pitchFamily="34" charset="0"/>
                <a:ea typeface="+mn-ea"/>
                <a:cs typeface="Segoe UI" panose="020B0502040204020203" pitchFamily="34" charset="0"/>
              </a:defRPr>
            </a:lvl1pPr>
            <a:lvl2pPr marL="463550" indent="-231775" algn="l" defTabSz="914400" rtl="0" eaLnBrk="1" latinLnBrk="0" hangingPunct="1">
              <a:spcBef>
                <a:spcPct val="20000"/>
              </a:spcBef>
              <a:buClr>
                <a:schemeClr val="accent1"/>
              </a:buClr>
              <a:buFont typeface="Arial" panose="020B0604020202020204" pitchFamily="34" charset="0"/>
              <a:buChar char="•"/>
              <a:defRPr sz="2400" kern="1200" baseline="0">
                <a:solidFill>
                  <a:schemeClr val="accent3">
                    <a:lumMod val="75000"/>
                  </a:schemeClr>
                </a:solidFill>
                <a:latin typeface="Segoe UI" panose="020B0502040204020203" pitchFamily="34" charset="0"/>
                <a:ea typeface="+mn-ea"/>
                <a:cs typeface="Segoe UI" panose="020B0502040204020203" pitchFamily="34" charset="0"/>
              </a:defRPr>
            </a:lvl2pPr>
            <a:lvl3pPr marL="741363" indent="-231775" algn="l" defTabSz="914400" rtl="0" eaLnBrk="1" latinLnBrk="0" hangingPunct="1">
              <a:spcBef>
                <a:spcPct val="20000"/>
              </a:spcBef>
              <a:buFont typeface="Arial" panose="020B0604020202020204" pitchFamily="34" charset="0"/>
              <a:buChar char="•"/>
              <a:defRPr sz="1800" kern="1200" baseline="0">
                <a:solidFill>
                  <a:schemeClr val="accent3">
                    <a:lumMod val="75000"/>
                  </a:schemeClr>
                </a:solidFill>
                <a:latin typeface="Segoe UI" panose="020B0502040204020203" pitchFamily="34" charset="0"/>
                <a:ea typeface="+mn-ea"/>
                <a:cs typeface="Segoe UI" panose="020B0502040204020203" pitchFamily="34" charset="0"/>
              </a:defRPr>
            </a:lvl3pPr>
            <a:lvl4pPr marL="1600200" indent="-228600" algn="l" defTabSz="914400" rtl="0" eaLnBrk="1" latinLnBrk="0" hangingPunct="1">
              <a:spcBef>
                <a:spcPct val="20000"/>
              </a:spcBef>
              <a:buFont typeface="Arial" panose="020B0604020202020204" pitchFamily="34" charset="0"/>
              <a:buChar char="–"/>
              <a:defRPr sz="1600" kern="1200">
                <a:solidFill>
                  <a:schemeClr val="accent3">
                    <a:lumMod val="75000"/>
                  </a:schemeClr>
                </a:solidFill>
                <a:latin typeface="Segoe UI" panose="020B0502040204020203" pitchFamily="34" charset="0"/>
                <a:ea typeface="+mn-ea"/>
                <a:cs typeface="Segoe UI" panose="020B0502040204020203" pitchFamily="34" charset="0"/>
              </a:defRPr>
            </a:lvl4pPr>
            <a:lvl5pPr marL="2057400" indent="-228600" algn="l" defTabSz="914400" rtl="0" eaLnBrk="1" latinLnBrk="0" hangingPunct="1">
              <a:spcBef>
                <a:spcPct val="20000"/>
              </a:spcBef>
              <a:buFont typeface="Arial" panose="020B0604020202020204" pitchFamily="34" charset="0"/>
              <a:buChar char="»"/>
              <a:defRPr sz="1600" kern="1200">
                <a:solidFill>
                  <a:schemeClr val="accent3">
                    <a:lumMod val="75000"/>
                  </a:schemeClr>
                </a:solidFill>
                <a:latin typeface="Segoe UI" panose="020B0502040204020203" pitchFamily="34" charset="0"/>
                <a:ea typeface="+mn-ea"/>
                <a:cs typeface="Segoe UI" panose="020B0502040204020203" pitchFamily="34" charset="0"/>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lvl="0" indent="0" algn="just">
              <a:lnSpc>
                <a:spcPct val="150000"/>
              </a:lnSpc>
              <a:buNone/>
            </a:pPr>
            <a:r>
              <a:rPr lang="vi-VN" b="1" dirty="0">
                <a:solidFill>
                  <a:schemeClr val="accent3">
                    <a:lumMod val="50000"/>
                  </a:schemeClr>
                </a:solidFill>
              </a:rPr>
              <a:t>Nguyên lý 1: </a:t>
            </a:r>
            <a:r>
              <a:rPr lang="vi-VN" dirty="0">
                <a:solidFill>
                  <a:schemeClr val="accent3">
                    <a:lumMod val="50000"/>
                  </a:schemeClr>
                </a:solidFill>
              </a:rPr>
              <a:t>Monochromatic- Màu đơn sắc, chọn một màu bất kỳ làm chính, sau đó sử dụng kiến thức về Hue-Saturation-Value để tạo ra các biến thể màu. </a:t>
            </a:r>
            <a:endParaRPr lang="en-US" dirty="0">
              <a:solidFill>
                <a:schemeClr val="accent3">
                  <a:lumMod val="50000"/>
                </a:schemeClr>
              </a:solidFill>
            </a:endParaRPr>
          </a:p>
        </p:txBody>
      </p:sp>
      <p:pic>
        <p:nvPicPr>
          <p:cNvPr id="4" name="Picture 3">
            <a:extLst>
              <a:ext uri="{FF2B5EF4-FFF2-40B4-BE49-F238E27FC236}">
                <a16:creationId xmlns:a16="http://schemas.microsoft.com/office/drawing/2014/main" id="{6CB9DA5A-8E4F-CAA4-EC35-85B5ABF5672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819400" y="2667000"/>
            <a:ext cx="5562600" cy="2942813"/>
          </a:xfrm>
          <a:prstGeom prst="rect">
            <a:avLst/>
          </a:prstGeom>
        </p:spPr>
      </p:pic>
    </p:spTree>
    <p:extLst>
      <p:ext uri="{BB962C8B-B14F-4D97-AF65-F5344CB8AC3E}">
        <p14:creationId xmlns:p14="http://schemas.microsoft.com/office/powerpoint/2010/main" val="12612546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FB8047-64D1-73CB-0CB8-962BDCB9AE3E}"/>
              </a:ext>
            </a:extLst>
          </p:cNvPr>
          <p:cNvSpPr>
            <a:spLocks noGrp="1"/>
          </p:cNvSpPr>
          <p:nvPr>
            <p:ph type="title"/>
          </p:nvPr>
        </p:nvSpPr>
        <p:spPr/>
        <p:txBody>
          <a:bodyPr>
            <a:normAutofit/>
          </a:bodyPr>
          <a:lstStyle/>
          <a:p>
            <a:r>
              <a:rPr lang="vi-VN" dirty="0">
                <a:solidFill>
                  <a:schemeClr val="bg2">
                    <a:lumMod val="50000"/>
                  </a:schemeClr>
                </a:solidFill>
              </a:rPr>
              <a:t>NGUYÊN LÝ HÒA TRỘN MÀU</a:t>
            </a:r>
            <a:r>
              <a:rPr lang="en-VN" dirty="0">
                <a:solidFill>
                  <a:schemeClr val="bg2">
                    <a:lumMod val="50000"/>
                  </a:schemeClr>
                </a:solidFill>
              </a:rPr>
              <a:t> </a:t>
            </a:r>
          </a:p>
        </p:txBody>
      </p:sp>
      <p:sp>
        <p:nvSpPr>
          <p:cNvPr id="3" name="Content Placeholder 3">
            <a:extLst>
              <a:ext uri="{FF2B5EF4-FFF2-40B4-BE49-F238E27FC236}">
                <a16:creationId xmlns:a16="http://schemas.microsoft.com/office/drawing/2014/main" id="{441527DD-E838-40C1-7397-55C49D1236E7}"/>
              </a:ext>
            </a:extLst>
          </p:cNvPr>
          <p:cNvSpPr txBox="1">
            <a:spLocks/>
          </p:cNvSpPr>
          <p:nvPr/>
        </p:nvSpPr>
        <p:spPr>
          <a:xfrm>
            <a:off x="406400" y="1066800"/>
            <a:ext cx="11176000" cy="5257800"/>
          </a:xfrm>
          <a:prstGeom prst="rect">
            <a:avLst/>
          </a:prstGeom>
        </p:spPr>
        <p:txBody>
          <a:bodyPr/>
          <a:lstStyle>
            <a:lvl1pPr marL="231775" indent="-231775" algn="l" defTabSz="914400" rtl="0" eaLnBrk="1" latinLnBrk="0" hangingPunct="1">
              <a:spcBef>
                <a:spcPct val="20000"/>
              </a:spcBef>
              <a:buClr>
                <a:schemeClr val="accent4"/>
              </a:buClr>
              <a:buFont typeface="Wingdings" panose="05000000000000000000" pitchFamily="2" charset="2"/>
              <a:buChar char="§"/>
              <a:defRPr sz="2400" kern="1200" baseline="0">
                <a:solidFill>
                  <a:schemeClr val="accent3">
                    <a:lumMod val="75000"/>
                  </a:schemeClr>
                </a:solidFill>
                <a:latin typeface="Segoe UI" panose="020B0502040204020203" pitchFamily="34" charset="0"/>
                <a:ea typeface="+mn-ea"/>
                <a:cs typeface="Segoe UI" panose="020B0502040204020203" pitchFamily="34" charset="0"/>
              </a:defRPr>
            </a:lvl1pPr>
            <a:lvl2pPr marL="463550" indent="-231775" algn="l" defTabSz="914400" rtl="0" eaLnBrk="1" latinLnBrk="0" hangingPunct="1">
              <a:spcBef>
                <a:spcPct val="20000"/>
              </a:spcBef>
              <a:buClr>
                <a:schemeClr val="accent1"/>
              </a:buClr>
              <a:buFont typeface="Arial" panose="020B0604020202020204" pitchFamily="34" charset="0"/>
              <a:buChar char="•"/>
              <a:defRPr sz="2400" kern="1200" baseline="0">
                <a:solidFill>
                  <a:schemeClr val="accent3">
                    <a:lumMod val="75000"/>
                  </a:schemeClr>
                </a:solidFill>
                <a:latin typeface="Segoe UI" panose="020B0502040204020203" pitchFamily="34" charset="0"/>
                <a:ea typeface="+mn-ea"/>
                <a:cs typeface="Segoe UI" panose="020B0502040204020203" pitchFamily="34" charset="0"/>
              </a:defRPr>
            </a:lvl2pPr>
            <a:lvl3pPr marL="741363" indent="-231775" algn="l" defTabSz="914400" rtl="0" eaLnBrk="1" latinLnBrk="0" hangingPunct="1">
              <a:spcBef>
                <a:spcPct val="20000"/>
              </a:spcBef>
              <a:buFont typeface="Arial" panose="020B0604020202020204" pitchFamily="34" charset="0"/>
              <a:buChar char="•"/>
              <a:defRPr sz="1800" kern="1200" baseline="0">
                <a:solidFill>
                  <a:schemeClr val="accent3">
                    <a:lumMod val="75000"/>
                  </a:schemeClr>
                </a:solidFill>
                <a:latin typeface="Segoe UI" panose="020B0502040204020203" pitchFamily="34" charset="0"/>
                <a:ea typeface="+mn-ea"/>
                <a:cs typeface="Segoe UI" panose="020B0502040204020203" pitchFamily="34" charset="0"/>
              </a:defRPr>
            </a:lvl3pPr>
            <a:lvl4pPr marL="1600200" indent="-228600" algn="l" defTabSz="914400" rtl="0" eaLnBrk="1" latinLnBrk="0" hangingPunct="1">
              <a:spcBef>
                <a:spcPct val="20000"/>
              </a:spcBef>
              <a:buFont typeface="Arial" panose="020B0604020202020204" pitchFamily="34" charset="0"/>
              <a:buChar char="–"/>
              <a:defRPr sz="1600" kern="1200">
                <a:solidFill>
                  <a:schemeClr val="accent3">
                    <a:lumMod val="75000"/>
                  </a:schemeClr>
                </a:solidFill>
                <a:latin typeface="Segoe UI" panose="020B0502040204020203" pitchFamily="34" charset="0"/>
                <a:ea typeface="+mn-ea"/>
                <a:cs typeface="Segoe UI" panose="020B0502040204020203" pitchFamily="34" charset="0"/>
              </a:defRPr>
            </a:lvl4pPr>
            <a:lvl5pPr marL="2057400" indent="-228600" algn="l" defTabSz="914400" rtl="0" eaLnBrk="1" latinLnBrk="0" hangingPunct="1">
              <a:spcBef>
                <a:spcPct val="20000"/>
              </a:spcBef>
              <a:buFont typeface="Arial" panose="020B0604020202020204" pitchFamily="34" charset="0"/>
              <a:buChar char="»"/>
              <a:defRPr sz="1600" kern="1200">
                <a:solidFill>
                  <a:schemeClr val="accent3">
                    <a:lumMod val="75000"/>
                  </a:schemeClr>
                </a:solidFill>
                <a:latin typeface="Segoe UI" panose="020B0502040204020203" pitchFamily="34" charset="0"/>
                <a:ea typeface="+mn-ea"/>
                <a:cs typeface="Segoe UI" panose="020B0502040204020203" pitchFamily="34" charset="0"/>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lvl="0" indent="0" algn="just">
              <a:lnSpc>
                <a:spcPct val="150000"/>
              </a:lnSpc>
              <a:buNone/>
            </a:pPr>
            <a:r>
              <a:rPr lang="vi-VN" b="1" dirty="0">
                <a:solidFill>
                  <a:schemeClr val="accent3">
                    <a:lumMod val="50000"/>
                  </a:schemeClr>
                </a:solidFill>
              </a:rPr>
              <a:t>Nguyên lý 2: </a:t>
            </a:r>
            <a:r>
              <a:rPr lang="vi-VN" dirty="0">
                <a:solidFill>
                  <a:schemeClr val="accent3">
                    <a:lumMod val="50000"/>
                  </a:schemeClr>
                </a:solidFill>
              </a:rPr>
              <a:t>Analogous-Màu tương đồng, chọn các màu cạnh nhau trong bánh xe màu.</a:t>
            </a:r>
            <a:r>
              <a:rPr lang="en-VN" dirty="0">
                <a:solidFill>
                  <a:schemeClr val="accent3">
                    <a:lumMod val="50000"/>
                  </a:schemeClr>
                </a:solidFill>
              </a:rPr>
              <a:t> </a:t>
            </a:r>
            <a:endParaRPr lang="en-US" dirty="0">
              <a:solidFill>
                <a:schemeClr val="accent3">
                  <a:lumMod val="50000"/>
                </a:schemeClr>
              </a:solidFill>
            </a:endParaRPr>
          </a:p>
        </p:txBody>
      </p:sp>
      <p:pic>
        <p:nvPicPr>
          <p:cNvPr id="5" name="Picture 4">
            <a:extLst>
              <a:ext uri="{FF2B5EF4-FFF2-40B4-BE49-F238E27FC236}">
                <a16:creationId xmlns:a16="http://schemas.microsoft.com/office/drawing/2014/main" id="{FDA930C6-FE0B-780C-30B2-B9CE323205D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253212" y="2466022"/>
            <a:ext cx="6204988" cy="3322106"/>
          </a:xfrm>
          <a:prstGeom prst="rect">
            <a:avLst/>
          </a:prstGeom>
        </p:spPr>
      </p:pic>
    </p:spTree>
    <p:extLst>
      <p:ext uri="{BB962C8B-B14F-4D97-AF65-F5344CB8AC3E}">
        <p14:creationId xmlns:p14="http://schemas.microsoft.com/office/powerpoint/2010/main" val="292838087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FB8047-64D1-73CB-0CB8-962BDCB9AE3E}"/>
              </a:ext>
            </a:extLst>
          </p:cNvPr>
          <p:cNvSpPr>
            <a:spLocks noGrp="1"/>
          </p:cNvSpPr>
          <p:nvPr>
            <p:ph type="title"/>
          </p:nvPr>
        </p:nvSpPr>
        <p:spPr/>
        <p:txBody>
          <a:bodyPr>
            <a:normAutofit/>
          </a:bodyPr>
          <a:lstStyle/>
          <a:p>
            <a:r>
              <a:rPr lang="vi-VN" dirty="0">
                <a:solidFill>
                  <a:schemeClr val="bg2">
                    <a:lumMod val="50000"/>
                  </a:schemeClr>
                </a:solidFill>
              </a:rPr>
              <a:t>NGUYÊN LÝ HÒA TRỘN MÀU</a:t>
            </a:r>
            <a:r>
              <a:rPr lang="en-VN" dirty="0">
                <a:solidFill>
                  <a:schemeClr val="bg2">
                    <a:lumMod val="50000"/>
                  </a:schemeClr>
                </a:solidFill>
              </a:rPr>
              <a:t> </a:t>
            </a:r>
          </a:p>
        </p:txBody>
      </p:sp>
      <p:sp>
        <p:nvSpPr>
          <p:cNvPr id="3" name="Content Placeholder 3">
            <a:extLst>
              <a:ext uri="{FF2B5EF4-FFF2-40B4-BE49-F238E27FC236}">
                <a16:creationId xmlns:a16="http://schemas.microsoft.com/office/drawing/2014/main" id="{441527DD-E838-40C1-7397-55C49D1236E7}"/>
              </a:ext>
            </a:extLst>
          </p:cNvPr>
          <p:cNvSpPr txBox="1">
            <a:spLocks/>
          </p:cNvSpPr>
          <p:nvPr/>
        </p:nvSpPr>
        <p:spPr>
          <a:xfrm>
            <a:off x="406400" y="1066800"/>
            <a:ext cx="11176000" cy="5257800"/>
          </a:xfrm>
          <a:prstGeom prst="rect">
            <a:avLst/>
          </a:prstGeom>
        </p:spPr>
        <p:txBody>
          <a:bodyPr/>
          <a:lstStyle>
            <a:lvl1pPr marL="231775" indent="-231775" algn="l" defTabSz="914400" rtl="0" eaLnBrk="1" latinLnBrk="0" hangingPunct="1">
              <a:spcBef>
                <a:spcPct val="20000"/>
              </a:spcBef>
              <a:buClr>
                <a:schemeClr val="accent4"/>
              </a:buClr>
              <a:buFont typeface="Wingdings" panose="05000000000000000000" pitchFamily="2" charset="2"/>
              <a:buChar char="§"/>
              <a:defRPr sz="2400" kern="1200" baseline="0">
                <a:solidFill>
                  <a:schemeClr val="accent3">
                    <a:lumMod val="75000"/>
                  </a:schemeClr>
                </a:solidFill>
                <a:latin typeface="Segoe UI" panose="020B0502040204020203" pitchFamily="34" charset="0"/>
                <a:ea typeface="+mn-ea"/>
                <a:cs typeface="Segoe UI" panose="020B0502040204020203" pitchFamily="34" charset="0"/>
              </a:defRPr>
            </a:lvl1pPr>
            <a:lvl2pPr marL="463550" indent="-231775" algn="l" defTabSz="914400" rtl="0" eaLnBrk="1" latinLnBrk="0" hangingPunct="1">
              <a:spcBef>
                <a:spcPct val="20000"/>
              </a:spcBef>
              <a:buClr>
                <a:schemeClr val="accent1"/>
              </a:buClr>
              <a:buFont typeface="Arial" panose="020B0604020202020204" pitchFamily="34" charset="0"/>
              <a:buChar char="•"/>
              <a:defRPr sz="2400" kern="1200" baseline="0">
                <a:solidFill>
                  <a:schemeClr val="accent3">
                    <a:lumMod val="75000"/>
                  </a:schemeClr>
                </a:solidFill>
                <a:latin typeface="Segoe UI" panose="020B0502040204020203" pitchFamily="34" charset="0"/>
                <a:ea typeface="+mn-ea"/>
                <a:cs typeface="Segoe UI" panose="020B0502040204020203" pitchFamily="34" charset="0"/>
              </a:defRPr>
            </a:lvl2pPr>
            <a:lvl3pPr marL="741363" indent="-231775" algn="l" defTabSz="914400" rtl="0" eaLnBrk="1" latinLnBrk="0" hangingPunct="1">
              <a:spcBef>
                <a:spcPct val="20000"/>
              </a:spcBef>
              <a:buFont typeface="Arial" panose="020B0604020202020204" pitchFamily="34" charset="0"/>
              <a:buChar char="•"/>
              <a:defRPr sz="1800" kern="1200" baseline="0">
                <a:solidFill>
                  <a:schemeClr val="accent3">
                    <a:lumMod val="75000"/>
                  </a:schemeClr>
                </a:solidFill>
                <a:latin typeface="Segoe UI" panose="020B0502040204020203" pitchFamily="34" charset="0"/>
                <a:ea typeface="+mn-ea"/>
                <a:cs typeface="Segoe UI" panose="020B0502040204020203" pitchFamily="34" charset="0"/>
              </a:defRPr>
            </a:lvl3pPr>
            <a:lvl4pPr marL="1600200" indent="-228600" algn="l" defTabSz="914400" rtl="0" eaLnBrk="1" latinLnBrk="0" hangingPunct="1">
              <a:spcBef>
                <a:spcPct val="20000"/>
              </a:spcBef>
              <a:buFont typeface="Arial" panose="020B0604020202020204" pitchFamily="34" charset="0"/>
              <a:buChar char="–"/>
              <a:defRPr sz="1600" kern="1200">
                <a:solidFill>
                  <a:schemeClr val="accent3">
                    <a:lumMod val="75000"/>
                  </a:schemeClr>
                </a:solidFill>
                <a:latin typeface="Segoe UI" panose="020B0502040204020203" pitchFamily="34" charset="0"/>
                <a:ea typeface="+mn-ea"/>
                <a:cs typeface="Segoe UI" panose="020B0502040204020203" pitchFamily="34" charset="0"/>
              </a:defRPr>
            </a:lvl4pPr>
            <a:lvl5pPr marL="2057400" indent="-228600" algn="l" defTabSz="914400" rtl="0" eaLnBrk="1" latinLnBrk="0" hangingPunct="1">
              <a:spcBef>
                <a:spcPct val="20000"/>
              </a:spcBef>
              <a:buFont typeface="Arial" panose="020B0604020202020204" pitchFamily="34" charset="0"/>
              <a:buChar char="»"/>
              <a:defRPr sz="1600" kern="1200">
                <a:solidFill>
                  <a:schemeClr val="accent3">
                    <a:lumMod val="75000"/>
                  </a:schemeClr>
                </a:solidFill>
                <a:latin typeface="Segoe UI" panose="020B0502040204020203" pitchFamily="34" charset="0"/>
                <a:ea typeface="+mn-ea"/>
                <a:cs typeface="Segoe UI" panose="020B0502040204020203" pitchFamily="34" charset="0"/>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just">
              <a:lnSpc>
                <a:spcPct val="150000"/>
              </a:lnSpc>
              <a:buNone/>
            </a:pPr>
            <a:r>
              <a:rPr lang="vi-VN" b="1" dirty="0">
                <a:solidFill>
                  <a:schemeClr val="accent3">
                    <a:lumMod val="50000"/>
                  </a:schemeClr>
                </a:solidFill>
              </a:rPr>
              <a:t>Nguyên lý 3: </a:t>
            </a:r>
            <a:r>
              <a:rPr lang="vi-VN" dirty="0">
                <a:solidFill>
                  <a:schemeClr val="accent3">
                    <a:lumMod val="50000"/>
                  </a:schemeClr>
                </a:solidFill>
              </a:rPr>
              <a:t>Complementary- Màu bổ túc, hai màu đối diện nhau trên bánh xe màu, có thể thêm những biến thể như thay đổi độ sáng tối, hay tăng giảm độ bão hòa màu.</a:t>
            </a:r>
            <a:endParaRPr lang="en-VN" dirty="0">
              <a:solidFill>
                <a:schemeClr val="accent3">
                  <a:lumMod val="50000"/>
                </a:schemeClr>
              </a:solidFill>
            </a:endParaRPr>
          </a:p>
        </p:txBody>
      </p:sp>
      <p:pic>
        <p:nvPicPr>
          <p:cNvPr id="4" name="Picture 3">
            <a:extLst>
              <a:ext uri="{FF2B5EF4-FFF2-40B4-BE49-F238E27FC236}">
                <a16:creationId xmlns:a16="http://schemas.microsoft.com/office/drawing/2014/main" id="{F3465EA9-F297-A897-097C-ADC74DDE2C7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514600" y="3200400"/>
            <a:ext cx="5473490" cy="2971800"/>
          </a:xfrm>
          <a:prstGeom prst="rect">
            <a:avLst/>
          </a:prstGeom>
        </p:spPr>
      </p:pic>
    </p:spTree>
    <p:extLst>
      <p:ext uri="{BB962C8B-B14F-4D97-AF65-F5344CB8AC3E}">
        <p14:creationId xmlns:p14="http://schemas.microsoft.com/office/powerpoint/2010/main" val="420310532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FB8047-64D1-73CB-0CB8-962BDCB9AE3E}"/>
              </a:ext>
            </a:extLst>
          </p:cNvPr>
          <p:cNvSpPr>
            <a:spLocks noGrp="1"/>
          </p:cNvSpPr>
          <p:nvPr>
            <p:ph type="title"/>
          </p:nvPr>
        </p:nvSpPr>
        <p:spPr/>
        <p:txBody>
          <a:bodyPr>
            <a:normAutofit/>
          </a:bodyPr>
          <a:lstStyle/>
          <a:p>
            <a:r>
              <a:rPr lang="vi-VN" dirty="0">
                <a:solidFill>
                  <a:schemeClr val="bg2">
                    <a:lumMod val="50000"/>
                  </a:schemeClr>
                </a:solidFill>
              </a:rPr>
              <a:t>NGUYÊN LÝ HÒA TRỘN MÀU</a:t>
            </a:r>
            <a:r>
              <a:rPr lang="en-VN" dirty="0">
                <a:solidFill>
                  <a:schemeClr val="bg2">
                    <a:lumMod val="50000"/>
                  </a:schemeClr>
                </a:solidFill>
              </a:rPr>
              <a:t> </a:t>
            </a:r>
          </a:p>
        </p:txBody>
      </p:sp>
      <p:sp>
        <p:nvSpPr>
          <p:cNvPr id="3" name="Content Placeholder 3">
            <a:extLst>
              <a:ext uri="{FF2B5EF4-FFF2-40B4-BE49-F238E27FC236}">
                <a16:creationId xmlns:a16="http://schemas.microsoft.com/office/drawing/2014/main" id="{441527DD-E838-40C1-7397-55C49D1236E7}"/>
              </a:ext>
            </a:extLst>
          </p:cNvPr>
          <p:cNvSpPr txBox="1">
            <a:spLocks/>
          </p:cNvSpPr>
          <p:nvPr/>
        </p:nvSpPr>
        <p:spPr>
          <a:xfrm>
            <a:off x="406400" y="1066800"/>
            <a:ext cx="11176000" cy="5257800"/>
          </a:xfrm>
          <a:prstGeom prst="rect">
            <a:avLst/>
          </a:prstGeom>
        </p:spPr>
        <p:txBody>
          <a:bodyPr/>
          <a:lstStyle>
            <a:lvl1pPr marL="231775" indent="-231775" algn="l" defTabSz="914400" rtl="0" eaLnBrk="1" latinLnBrk="0" hangingPunct="1">
              <a:spcBef>
                <a:spcPct val="20000"/>
              </a:spcBef>
              <a:buClr>
                <a:schemeClr val="accent4"/>
              </a:buClr>
              <a:buFont typeface="Wingdings" panose="05000000000000000000" pitchFamily="2" charset="2"/>
              <a:buChar char="§"/>
              <a:defRPr sz="2400" kern="1200" baseline="0">
                <a:solidFill>
                  <a:schemeClr val="accent3">
                    <a:lumMod val="75000"/>
                  </a:schemeClr>
                </a:solidFill>
                <a:latin typeface="Segoe UI" panose="020B0502040204020203" pitchFamily="34" charset="0"/>
                <a:ea typeface="+mn-ea"/>
                <a:cs typeface="Segoe UI" panose="020B0502040204020203" pitchFamily="34" charset="0"/>
              </a:defRPr>
            </a:lvl1pPr>
            <a:lvl2pPr marL="463550" indent="-231775" algn="l" defTabSz="914400" rtl="0" eaLnBrk="1" latinLnBrk="0" hangingPunct="1">
              <a:spcBef>
                <a:spcPct val="20000"/>
              </a:spcBef>
              <a:buClr>
                <a:schemeClr val="accent1"/>
              </a:buClr>
              <a:buFont typeface="Arial" panose="020B0604020202020204" pitchFamily="34" charset="0"/>
              <a:buChar char="•"/>
              <a:defRPr sz="2400" kern="1200" baseline="0">
                <a:solidFill>
                  <a:schemeClr val="accent3">
                    <a:lumMod val="75000"/>
                  </a:schemeClr>
                </a:solidFill>
                <a:latin typeface="Segoe UI" panose="020B0502040204020203" pitchFamily="34" charset="0"/>
                <a:ea typeface="+mn-ea"/>
                <a:cs typeface="Segoe UI" panose="020B0502040204020203" pitchFamily="34" charset="0"/>
              </a:defRPr>
            </a:lvl2pPr>
            <a:lvl3pPr marL="741363" indent="-231775" algn="l" defTabSz="914400" rtl="0" eaLnBrk="1" latinLnBrk="0" hangingPunct="1">
              <a:spcBef>
                <a:spcPct val="20000"/>
              </a:spcBef>
              <a:buFont typeface="Arial" panose="020B0604020202020204" pitchFamily="34" charset="0"/>
              <a:buChar char="•"/>
              <a:defRPr sz="1800" kern="1200" baseline="0">
                <a:solidFill>
                  <a:schemeClr val="accent3">
                    <a:lumMod val="75000"/>
                  </a:schemeClr>
                </a:solidFill>
                <a:latin typeface="Segoe UI" panose="020B0502040204020203" pitchFamily="34" charset="0"/>
                <a:ea typeface="+mn-ea"/>
                <a:cs typeface="Segoe UI" panose="020B0502040204020203" pitchFamily="34" charset="0"/>
              </a:defRPr>
            </a:lvl3pPr>
            <a:lvl4pPr marL="1600200" indent="-228600" algn="l" defTabSz="914400" rtl="0" eaLnBrk="1" latinLnBrk="0" hangingPunct="1">
              <a:spcBef>
                <a:spcPct val="20000"/>
              </a:spcBef>
              <a:buFont typeface="Arial" panose="020B0604020202020204" pitchFamily="34" charset="0"/>
              <a:buChar char="–"/>
              <a:defRPr sz="1600" kern="1200">
                <a:solidFill>
                  <a:schemeClr val="accent3">
                    <a:lumMod val="75000"/>
                  </a:schemeClr>
                </a:solidFill>
                <a:latin typeface="Segoe UI" panose="020B0502040204020203" pitchFamily="34" charset="0"/>
                <a:ea typeface="+mn-ea"/>
                <a:cs typeface="Segoe UI" panose="020B0502040204020203" pitchFamily="34" charset="0"/>
              </a:defRPr>
            </a:lvl4pPr>
            <a:lvl5pPr marL="2057400" indent="-228600" algn="l" defTabSz="914400" rtl="0" eaLnBrk="1" latinLnBrk="0" hangingPunct="1">
              <a:spcBef>
                <a:spcPct val="20000"/>
              </a:spcBef>
              <a:buFont typeface="Arial" panose="020B0604020202020204" pitchFamily="34" charset="0"/>
              <a:buChar char="»"/>
              <a:defRPr sz="1600" kern="1200">
                <a:solidFill>
                  <a:schemeClr val="accent3">
                    <a:lumMod val="75000"/>
                  </a:schemeClr>
                </a:solidFill>
                <a:latin typeface="Segoe UI" panose="020B0502040204020203" pitchFamily="34" charset="0"/>
                <a:ea typeface="+mn-ea"/>
                <a:cs typeface="Segoe UI" panose="020B0502040204020203" pitchFamily="34" charset="0"/>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just">
              <a:lnSpc>
                <a:spcPct val="150000"/>
              </a:lnSpc>
              <a:buNone/>
            </a:pPr>
            <a:r>
              <a:rPr lang="vi-VN" b="1" dirty="0">
                <a:solidFill>
                  <a:schemeClr val="accent3">
                    <a:lumMod val="50000"/>
                  </a:schemeClr>
                </a:solidFill>
              </a:rPr>
              <a:t>Nguyên lý 4: </a:t>
            </a:r>
            <a:r>
              <a:rPr lang="vi-VN" dirty="0">
                <a:solidFill>
                  <a:schemeClr val="accent3">
                    <a:lumMod val="50000"/>
                  </a:schemeClr>
                </a:solidFill>
              </a:rPr>
              <a:t>Split Complementary- Sử dụng một màu chính và hai màu cạnh màu đối diện, nguyên lý này sẽ cho design nhiều biến thể màu hơn.</a:t>
            </a:r>
            <a:endParaRPr lang="en-VN" dirty="0">
              <a:solidFill>
                <a:schemeClr val="accent3">
                  <a:lumMod val="50000"/>
                </a:schemeClr>
              </a:solidFill>
            </a:endParaRPr>
          </a:p>
        </p:txBody>
      </p:sp>
      <p:pic>
        <p:nvPicPr>
          <p:cNvPr id="5" name="Picture 4">
            <a:extLst>
              <a:ext uri="{FF2B5EF4-FFF2-40B4-BE49-F238E27FC236}">
                <a16:creationId xmlns:a16="http://schemas.microsoft.com/office/drawing/2014/main" id="{CAADEC6C-3132-D0CA-7B76-9CB37794218C}"/>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514600" y="2667000"/>
            <a:ext cx="6081698" cy="3505200"/>
          </a:xfrm>
          <a:prstGeom prst="rect">
            <a:avLst/>
          </a:prstGeom>
        </p:spPr>
      </p:pic>
    </p:spTree>
    <p:extLst>
      <p:ext uri="{BB962C8B-B14F-4D97-AF65-F5344CB8AC3E}">
        <p14:creationId xmlns:p14="http://schemas.microsoft.com/office/powerpoint/2010/main" val="42208513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FB8047-64D1-73CB-0CB8-962BDCB9AE3E}"/>
              </a:ext>
            </a:extLst>
          </p:cNvPr>
          <p:cNvSpPr>
            <a:spLocks noGrp="1"/>
          </p:cNvSpPr>
          <p:nvPr>
            <p:ph type="title"/>
          </p:nvPr>
        </p:nvSpPr>
        <p:spPr/>
        <p:txBody>
          <a:bodyPr>
            <a:normAutofit/>
          </a:bodyPr>
          <a:lstStyle/>
          <a:p>
            <a:r>
              <a:rPr lang="vi-VN" dirty="0">
                <a:solidFill>
                  <a:schemeClr val="bg2">
                    <a:lumMod val="50000"/>
                  </a:schemeClr>
                </a:solidFill>
              </a:rPr>
              <a:t>NGUYÊN LÝ HÒA TRỘN MÀU</a:t>
            </a:r>
            <a:r>
              <a:rPr lang="en-VN" dirty="0">
                <a:solidFill>
                  <a:schemeClr val="bg2">
                    <a:lumMod val="50000"/>
                  </a:schemeClr>
                </a:solidFill>
              </a:rPr>
              <a:t> </a:t>
            </a:r>
          </a:p>
        </p:txBody>
      </p:sp>
      <p:sp>
        <p:nvSpPr>
          <p:cNvPr id="3" name="Content Placeholder 3">
            <a:extLst>
              <a:ext uri="{FF2B5EF4-FFF2-40B4-BE49-F238E27FC236}">
                <a16:creationId xmlns:a16="http://schemas.microsoft.com/office/drawing/2014/main" id="{441527DD-E838-40C1-7397-55C49D1236E7}"/>
              </a:ext>
            </a:extLst>
          </p:cNvPr>
          <p:cNvSpPr txBox="1">
            <a:spLocks/>
          </p:cNvSpPr>
          <p:nvPr/>
        </p:nvSpPr>
        <p:spPr>
          <a:xfrm>
            <a:off x="406400" y="1066800"/>
            <a:ext cx="11176000" cy="5257800"/>
          </a:xfrm>
          <a:prstGeom prst="rect">
            <a:avLst/>
          </a:prstGeom>
        </p:spPr>
        <p:txBody>
          <a:bodyPr/>
          <a:lstStyle>
            <a:lvl1pPr marL="231775" indent="-231775" algn="l" defTabSz="914400" rtl="0" eaLnBrk="1" latinLnBrk="0" hangingPunct="1">
              <a:spcBef>
                <a:spcPct val="20000"/>
              </a:spcBef>
              <a:buClr>
                <a:schemeClr val="accent4"/>
              </a:buClr>
              <a:buFont typeface="Wingdings" panose="05000000000000000000" pitchFamily="2" charset="2"/>
              <a:buChar char="§"/>
              <a:defRPr sz="2400" kern="1200" baseline="0">
                <a:solidFill>
                  <a:schemeClr val="accent3">
                    <a:lumMod val="75000"/>
                  </a:schemeClr>
                </a:solidFill>
                <a:latin typeface="Segoe UI" panose="020B0502040204020203" pitchFamily="34" charset="0"/>
                <a:ea typeface="+mn-ea"/>
                <a:cs typeface="Segoe UI" panose="020B0502040204020203" pitchFamily="34" charset="0"/>
              </a:defRPr>
            </a:lvl1pPr>
            <a:lvl2pPr marL="463550" indent="-231775" algn="l" defTabSz="914400" rtl="0" eaLnBrk="1" latinLnBrk="0" hangingPunct="1">
              <a:spcBef>
                <a:spcPct val="20000"/>
              </a:spcBef>
              <a:buClr>
                <a:schemeClr val="accent1"/>
              </a:buClr>
              <a:buFont typeface="Arial" panose="020B0604020202020204" pitchFamily="34" charset="0"/>
              <a:buChar char="•"/>
              <a:defRPr sz="2400" kern="1200" baseline="0">
                <a:solidFill>
                  <a:schemeClr val="accent3">
                    <a:lumMod val="75000"/>
                  </a:schemeClr>
                </a:solidFill>
                <a:latin typeface="Segoe UI" panose="020B0502040204020203" pitchFamily="34" charset="0"/>
                <a:ea typeface="+mn-ea"/>
                <a:cs typeface="Segoe UI" panose="020B0502040204020203" pitchFamily="34" charset="0"/>
              </a:defRPr>
            </a:lvl2pPr>
            <a:lvl3pPr marL="741363" indent="-231775" algn="l" defTabSz="914400" rtl="0" eaLnBrk="1" latinLnBrk="0" hangingPunct="1">
              <a:spcBef>
                <a:spcPct val="20000"/>
              </a:spcBef>
              <a:buFont typeface="Arial" panose="020B0604020202020204" pitchFamily="34" charset="0"/>
              <a:buChar char="•"/>
              <a:defRPr sz="1800" kern="1200" baseline="0">
                <a:solidFill>
                  <a:schemeClr val="accent3">
                    <a:lumMod val="75000"/>
                  </a:schemeClr>
                </a:solidFill>
                <a:latin typeface="Segoe UI" panose="020B0502040204020203" pitchFamily="34" charset="0"/>
                <a:ea typeface="+mn-ea"/>
                <a:cs typeface="Segoe UI" panose="020B0502040204020203" pitchFamily="34" charset="0"/>
              </a:defRPr>
            </a:lvl3pPr>
            <a:lvl4pPr marL="1600200" indent="-228600" algn="l" defTabSz="914400" rtl="0" eaLnBrk="1" latinLnBrk="0" hangingPunct="1">
              <a:spcBef>
                <a:spcPct val="20000"/>
              </a:spcBef>
              <a:buFont typeface="Arial" panose="020B0604020202020204" pitchFamily="34" charset="0"/>
              <a:buChar char="–"/>
              <a:defRPr sz="1600" kern="1200">
                <a:solidFill>
                  <a:schemeClr val="accent3">
                    <a:lumMod val="75000"/>
                  </a:schemeClr>
                </a:solidFill>
                <a:latin typeface="Segoe UI" panose="020B0502040204020203" pitchFamily="34" charset="0"/>
                <a:ea typeface="+mn-ea"/>
                <a:cs typeface="Segoe UI" panose="020B0502040204020203" pitchFamily="34" charset="0"/>
              </a:defRPr>
            </a:lvl4pPr>
            <a:lvl5pPr marL="2057400" indent="-228600" algn="l" defTabSz="914400" rtl="0" eaLnBrk="1" latinLnBrk="0" hangingPunct="1">
              <a:spcBef>
                <a:spcPct val="20000"/>
              </a:spcBef>
              <a:buFont typeface="Arial" panose="020B0604020202020204" pitchFamily="34" charset="0"/>
              <a:buChar char="»"/>
              <a:defRPr sz="1600" kern="1200">
                <a:solidFill>
                  <a:schemeClr val="accent3">
                    <a:lumMod val="75000"/>
                  </a:schemeClr>
                </a:solidFill>
                <a:latin typeface="Segoe UI" panose="020B0502040204020203" pitchFamily="34" charset="0"/>
                <a:ea typeface="+mn-ea"/>
                <a:cs typeface="Segoe UI" panose="020B0502040204020203" pitchFamily="34" charset="0"/>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just">
              <a:lnSpc>
                <a:spcPct val="150000"/>
              </a:lnSpc>
              <a:buNone/>
            </a:pPr>
            <a:r>
              <a:rPr lang="vi-VN" b="1" dirty="0">
                <a:solidFill>
                  <a:schemeClr val="accent3">
                    <a:lumMod val="50000"/>
                  </a:schemeClr>
                </a:solidFill>
              </a:rPr>
              <a:t>Nguyên lý 5: </a:t>
            </a:r>
            <a:r>
              <a:rPr lang="vi-VN" dirty="0">
                <a:solidFill>
                  <a:schemeClr val="accent3">
                    <a:lumMod val="50000"/>
                  </a:schemeClr>
                </a:solidFill>
              </a:rPr>
              <a:t>Triadic- Tam giác màu, sử dụng 3 màu hợp thành một tam giác đều trên bánh xe màu, 3 màu này có độ tương phản rất mạnh nên designer nên phân tích kỹ và tùy tình huống áp dụng.</a:t>
            </a:r>
            <a:endParaRPr lang="en-VN" dirty="0">
              <a:solidFill>
                <a:schemeClr val="accent3">
                  <a:lumMod val="50000"/>
                </a:schemeClr>
              </a:solidFill>
            </a:endParaRPr>
          </a:p>
        </p:txBody>
      </p:sp>
      <p:pic>
        <p:nvPicPr>
          <p:cNvPr id="4" name="Picture 3">
            <a:extLst>
              <a:ext uri="{FF2B5EF4-FFF2-40B4-BE49-F238E27FC236}">
                <a16:creationId xmlns:a16="http://schemas.microsoft.com/office/drawing/2014/main" id="{ECF4E8BF-2EA8-F1A0-0D78-752D5E57502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895600" y="3124200"/>
            <a:ext cx="6009796" cy="3200400"/>
          </a:xfrm>
          <a:prstGeom prst="rect">
            <a:avLst/>
          </a:prstGeom>
        </p:spPr>
      </p:pic>
    </p:spTree>
    <p:extLst>
      <p:ext uri="{BB962C8B-B14F-4D97-AF65-F5344CB8AC3E}">
        <p14:creationId xmlns:p14="http://schemas.microsoft.com/office/powerpoint/2010/main" val="271751730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FB8047-64D1-73CB-0CB8-962BDCB9AE3E}"/>
              </a:ext>
            </a:extLst>
          </p:cNvPr>
          <p:cNvSpPr>
            <a:spLocks noGrp="1"/>
          </p:cNvSpPr>
          <p:nvPr>
            <p:ph type="title"/>
          </p:nvPr>
        </p:nvSpPr>
        <p:spPr/>
        <p:txBody>
          <a:bodyPr>
            <a:normAutofit/>
          </a:bodyPr>
          <a:lstStyle/>
          <a:p>
            <a:r>
              <a:rPr lang="vi-VN" dirty="0">
                <a:solidFill>
                  <a:schemeClr val="bg2">
                    <a:lumMod val="50000"/>
                  </a:schemeClr>
                </a:solidFill>
              </a:rPr>
              <a:t>NGUYÊN LÝ HÒA TRỘN MÀU</a:t>
            </a:r>
            <a:r>
              <a:rPr lang="en-VN" dirty="0">
                <a:solidFill>
                  <a:schemeClr val="bg2">
                    <a:lumMod val="50000"/>
                  </a:schemeClr>
                </a:solidFill>
              </a:rPr>
              <a:t> </a:t>
            </a:r>
          </a:p>
        </p:txBody>
      </p:sp>
      <p:sp>
        <p:nvSpPr>
          <p:cNvPr id="3" name="Content Placeholder 3">
            <a:extLst>
              <a:ext uri="{FF2B5EF4-FFF2-40B4-BE49-F238E27FC236}">
                <a16:creationId xmlns:a16="http://schemas.microsoft.com/office/drawing/2014/main" id="{441527DD-E838-40C1-7397-55C49D1236E7}"/>
              </a:ext>
            </a:extLst>
          </p:cNvPr>
          <p:cNvSpPr txBox="1">
            <a:spLocks/>
          </p:cNvSpPr>
          <p:nvPr/>
        </p:nvSpPr>
        <p:spPr>
          <a:xfrm>
            <a:off x="406400" y="1066800"/>
            <a:ext cx="11176000" cy="5257800"/>
          </a:xfrm>
          <a:prstGeom prst="rect">
            <a:avLst/>
          </a:prstGeom>
        </p:spPr>
        <p:txBody>
          <a:bodyPr/>
          <a:lstStyle>
            <a:lvl1pPr marL="231775" indent="-231775" algn="l" defTabSz="914400" rtl="0" eaLnBrk="1" latinLnBrk="0" hangingPunct="1">
              <a:spcBef>
                <a:spcPct val="20000"/>
              </a:spcBef>
              <a:buClr>
                <a:schemeClr val="accent4"/>
              </a:buClr>
              <a:buFont typeface="Wingdings" panose="05000000000000000000" pitchFamily="2" charset="2"/>
              <a:buChar char="§"/>
              <a:defRPr sz="2400" kern="1200" baseline="0">
                <a:solidFill>
                  <a:schemeClr val="accent3">
                    <a:lumMod val="75000"/>
                  </a:schemeClr>
                </a:solidFill>
                <a:latin typeface="Segoe UI" panose="020B0502040204020203" pitchFamily="34" charset="0"/>
                <a:ea typeface="+mn-ea"/>
                <a:cs typeface="Segoe UI" panose="020B0502040204020203" pitchFamily="34" charset="0"/>
              </a:defRPr>
            </a:lvl1pPr>
            <a:lvl2pPr marL="463550" indent="-231775" algn="l" defTabSz="914400" rtl="0" eaLnBrk="1" latinLnBrk="0" hangingPunct="1">
              <a:spcBef>
                <a:spcPct val="20000"/>
              </a:spcBef>
              <a:buClr>
                <a:schemeClr val="accent1"/>
              </a:buClr>
              <a:buFont typeface="Arial" panose="020B0604020202020204" pitchFamily="34" charset="0"/>
              <a:buChar char="•"/>
              <a:defRPr sz="2400" kern="1200" baseline="0">
                <a:solidFill>
                  <a:schemeClr val="accent3">
                    <a:lumMod val="75000"/>
                  </a:schemeClr>
                </a:solidFill>
                <a:latin typeface="Segoe UI" panose="020B0502040204020203" pitchFamily="34" charset="0"/>
                <a:ea typeface="+mn-ea"/>
                <a:cs typeface="Segoe UI" panose="020B0502040204020203" pitchFamily="34" charset="0"/>
              </a:defRPr>
            </a:lvl2pPr>
            <a:lvl3pPr marL="741363" indent="-231775" algn="l" defTabSz="914400" rtl="0" eaLnBrk="1" latinLnBrk="0" hangingPunct="1">
              <a:spcBef>
                <a:spcPct val="20000"/>
              </a:spcBef>
              <a:buFont typeface="Arial" panose="020B0604020202020204" pitchFamily="34" charset="0"/>
              <a:buChar char="•"/>
              <a:defRPr sz="1800" kern="1200" baseline="0">
                <a:solidFill>
                  <a:schemeClr val="accent3">
                    <a:lumMod val="75000"/>
                  </a:schemeClr>
                </a:solidFill>
                <a:latin typeface="Segoe UI" panose="020B0502040204020203" pitchFamily="34" charset="0"/>
                <a:ea typeface="+mn-ea"/>
                <a:cs typeface="Segoe UI" panose="020B0502040204020203" pitchFamily="34" charset="0"/>
              </a:defRPr>
            </a:lvl3pPr>
            <a:lvl4pPr marL="1600200" indent="-228600" algn="l" defTabSz="914400" rtl="0" eaLnBrk="1" latinLnBrk="0" hangingPunct="1">
              <a:spcBef>
                <a:spcPct val="20000"/>
              </a:spcBef>
              <a:buFont typeface="Arial" panose="020B0604020202020204" pitchFamily="34" charset="0"/>
              <a:buChar char="–"/>
              <a:defRPr sz="1600" kern="1200">
                <a:solidFill>
                  <a:schemeClr val="accent3">
                    <a:lumMod val="75000"/>
                  </a:schemeClr>
                </a:solidFill>
                <a:latin typeface="Segoe UI" panose="020B0502040204020203" pitchFamily="34" charset="0"/>
                <a:ea typeface="+mn-ea"/>
                <a:cs typeface="Segoe UI" panose="020B0502040204020203" pitchFamily="34" charset="0"/>
              </a:defRPr>
            </a:lvl4pPr>
            <a:lvl5pPr marL="2057400" indent="-228600" algn="l" defTabSz="914400" rtl="0" eaLnBrk="1" latinLnBrk="0" hangingPunct="1">
              <a:spcBef>
                <a:spcPct val="20000"/>
              </a:spcBef>
              <a:buFont typeface="Arial" panose="020B0604020202020204" pitchFamily="34" charset="0"/>
              <a:buChar char="»"/>
              <a:defRPr sz="1600" kern="1200">
                <a:solidFill>
                  <a:schemeClr val="accent3">
                    <a:lumMod val="75000"/>
                  </a:schemeClr>
                </a:solidFill>
                <a:latin typeface="Segoe UI" panose="020B0502040204020203" pitchFamily="34" charset="0"/>
                <a:ea typeface="+mn-ea"/>
                <a:cs typeface="Segoe UI" panose="020B0502040204020203" pitchFamily="34" charset="0"/>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algn="just">
              <a:lnSpc>
                <a:spcPct val="150000"/>
              </a:lnSpc>
            </a:pPr>
            <a:r>
              <a:rPr lang="vi-VN" b="1" dirty="0">
                <a:solidFill>
                  <a:schemeClr val="accent3">
                    <a:lumMod val="50000"/>
                  </a:schemeClr>
                </a:solidFill>
              </a:rPr>
              <a:t>Nguyên lý 6: </a:t>
            </a:r>
            <a:r>
              <a:rPr lang="vi-VN" dirty="0">
                <a:solidFill>
                  <a:schemeClr val="accent3">
                    <a:lumMod val="50000"/>
                  </a:schemeClr>
                </a:solidFill>
              </a:rPr>
              <a:t>Tetradic- Tứ giác màu, sử dụng 2 cặp màu tương phản, khi sử dụng sẽ sử dụng 1 màu chính, 3 màu còn lại sẽ là màu bổ trợ.</a:t>
            </a:r>
            <a:endParaRPr lang="en-VN" dirty="0">
              <a:solidFill>
                <a:schemeClr val="accent3">
                  <a:lumMod val="50000"/>
                </a:schemeClr>
              </a:solidFill>
            </a:endParaRPr>
          </a:p>
        </p:txBody>
      </p:sp>
      <p:pic>
        <p:nvPicPr>
          <p:cNvPr id="5" name="Picture 4">
            <a:extLst>
              <a:ext uri="{FF2B5EF4-FFF2-40B4-BE49-F238E27FC236}">
                <a16:creationId xmlns:a16="http://schemas.microsoft.com/office/drawing/2014/main" id="{CDDF8BDD-2B57-994A-3B9C-33FFFE9A65F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048000" y="2590800"/>
            <a:ext cx="6624332" cy="3429000"/>
          </a:xfrm>
          <a:prstGeom prst="rect">
            <a:avLst/>
          </a:prstGeom>
        </p:spPr>
      </p:pic>
    </p:spTree>
    <p:extLst>
      <p:ext uri="{BB962C8B-B14F-4D97-AF65-F5344CB8AC3E}">
        <p14:creationId xmlns:p14="http://schemas.microsoft.com/office/powerpoint/2010/main" val="59187227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01"/>
        <p:cNvGrpSpPr/>
        <p:nvPr/>
      </p:nvGrpSpPr>
      <p:grpSpPr>
        <a:xfrm>
          <a:off x="0" y="0"/>
          <a:ext cx="0" cy="0"/>
          <a:chOff x="0" y="0"/>
          <a:chExt cx="0" cy="0"/>
        </a:xfrm>
      </p:grpSpPr>
      <p:sp>
        <p:nvSpPr>
          <p:cNvPr id="302" name="Google Shape;302;p34"/>
          <p:cNvSpPr txBox="1">
            <a:spLocks noGrp="1"/>
          </p:cNvSpPr>
          <p:nvPr>
            <p:ph type="title"/>
          </p:nvPr>
        </p:nvSpPr>
        <p:spPr>
          <a:xfrm>
            <a:off x="406400" y="254849"/>
            <a:ext cx="11379300" cy="613800"/>
          </a:xfrm>
          <a:prstGeom prst="rect">
            <a:avLst/>
          </a:prstGeom>
          <a:noFill/>
          <a:ln>
            <a:noFill/>
          </a:ln>
        </p:spPr>
        <p:txBody>
          <a:bodyPr spcFirstLastPara="1" wrap="square" lIns="91425" tIns="45700" rIns="91425" bIns="45700" anchor="ctr" anchorCtr="0">
            <a:normAutofit/>
          </a:bodyPr>
          <a:lstStyle/>
          <a:p>
            <a:pPr lvl="0">
              <a:buSzPts val="2800"/>
            </a:pPr>
            <a:r>
              <a:rPr lang="en-US" dirty="0"/>
              <a:t>3. </a:t>
            </a:r>
            <a:r>
              <a:rPr lang="en-US" dirty="0" err="1"/>
              <a:t>Vòng</a:t>
            </a:r>
            <a:r>
              <a:rPr lang="en-US" dirty="0"/>
              <a:t> </a:t>
            </a:r>
            <a:r>
              <a:rPr lang="en-US" dirty="0" err="1"/>
              <a:t>tròn</a:t>
            </a:r>
            <a:r>
              <a:rPr lang="en-US" dirty="0"/>
              <a:t> </a:t>
            </a:r>
            <a:r>
              <a:rPr lang="en-US" dirty="0" err="1"/>
              <a:t>màu</a:t>
            </a:r>
            <a:r>
              <a:rPr lang="en-US" dirty="0"/>
              <a:t> </a:t>
            </a:r>
            <a:r>
              <a:rPr lang="en-US" dirty="0" err="1"/>
              <a:t>và</a:t>
            </a:r>
            <a:r>
              <a:rPr lang="en-US" dirty="0"/>
              <a:t> </a:t>
            </a:r>
            <a:r>
              <a:rPr lang="en-US" dirty="0" err="1"/>
              <a:t>phương</a:t>
            </a:r>
            <a:r>
              <a:rPr lang="en-US" dirty="0"/>
              <a:t> </a:t>
            </a:r>
            <a:r>
              <a:rPr lang="en-US" dirty="0" err="1"/>
              <a:t>pháp</a:t>
            </a:r>
            <a:r>
              <a:rPr lang="en-US" dirty="0"/>
              <a:t> </a:t>
            </a:r>
            <a:r>
              <a:rPr lang="en-US" dirty="0" err="1"/>
              <a:t>phối</a:t>
            </a:r>
            <a:r>
              <a:rPr lang="en-US" dirty="0"/>
              <a:t> </a:t>
            </a:r>
            <a:r>
              <a:rPr lang="en-US" dirty="0" err="1"/>
              <a:t>màu</a:t>
            </a:r>
            <a:endParaRPr dirty="0">
              <a:solidFill>
                <a:schemeClr val="dk2"/>
              </a:solidFill>
            </a:endParaRPr>
          </a:p>
        </p:txBody>
      </p:sp>
      <p:sp>
        <p:nvSpPr>
          <p:cNvPr id="303" name="Google Shape;303;p34"/>
          <p:cNvSpPr txBox="1"/>
          <p:nvPr/>
        </p:nvSpPr>
        <p:spPr>
          <a:xfrm>
            <a:off x="406399" y="1057564"/>
            <a:ext cx="6668655" cy="4493497"/>
          </a:xfrm>
          <a:prstGeom prst="rect">
            <a:avLst/>
          </a:prstGeom>
          <a:noFill/>
          <a:ln>
            <a:noFill/>
          </a:ln>
        </p:spPr>
        <p:txBody>
          <a:bodyPr spcFirstLastPara="1" wrap="square" lIns="91425" tIns="45700" rIns="91425" bIns="45700" anchor="t" anchorCtr="0">
            <a:spAutoFit/>
          </a:bodyPr>
          <a:lstStyle/>
          <a:p>
            <a:pPr marL="457200" marR="0" lvl="1" indent="0" algn="l" rtl="0">
              <a:lnSpc>
                <a:spcPct val="130000"/>
              </a:lnSpc>
              <a:spcBef>
                <a:spcPts val="0"/>
              </a:spcBef>
              <a:spcAft>
                <a:spcPts val="0"/>
              </a:spcAft>
              <a:buClr>
                <a:schemeClr val="accent1"/>
              </a:buClr>
              <a:buSzPts val="2800"/>
              <a:buFont typeface="Arial" panose="020B0604020202020204"/>
              <a:buNone/>
            </a:pPr>
            <a:r>
              <a:rPr lang="en-US" sz="2800" b="1" dirty="0">
                <a:solidFill>
                  <a:schemeClr val="dk1"/>
                </a:solidFill>
                <a:latin typeface="Calibri" panose="020F0502020204030204"/>
                <a:ea typeface="Calibri" panose="020F0502020204030204"/>
                <a:cs typeface="Calibri" panose="020F0502020204030204"/>
                <a:sym typeface="Calibri" panose="020F0502020204030204"/>
              </a:rPr>
              <a:t>3.2. </a:t>
            </a:r>
            <a:r>
              <a:rPr lang="en-US" sz="2800" b="1" dirty="0" err="1">
                <a:solidFill>
                  <a:schemeClr val="dk1"/>
                </a:solidFill>
                <a:latin typeface="Calibri" panose="020F0502020204030204"/>
                <a:ea typeface="Calibri" panose="020F0502020204030204"/>
                <a:cs typeface="Calibri" panose="020F0502020204030204"/>
                <a:sym typeface="Calibri" panose="020F0502020204030204"/>
              </a:rPr>
              <a:t>Phương</a:t>
            </a:r>
            <a:r>
              <a:rPr lang="en-US" sz="2800" b="1" dirty="0">
                <a:solidFill>
                  <a:schemeClr val="dk1"/>
                </a:solidFill>
                <a:latin typeface="Calibri" panose="020F0502020204030204"/>
                <a:ea typeface="Calibri" panose="020F0502020204030204"/>
                <a:cs typeface="Calibri" panose="020F0502020204030204"/>
                <a:sym typeface="Calibri" panose="020F0502020204030204"/>
              </a:rPr>
              <a:t> </a:t>
            </a:r>
            <a:r>
              <a:rPr lang="en-US" sz="2800" b="1" dirty="0" err="1">
                <a:solidFill>
                  <a:schemeClr val="dk1"/>
                </a:solidFill>
                <a:latin typeface="Calibri" panose="020F0502020204030204"/>
                <a:ea typeface="Calibri" panose="020F0502020204030204"/>
                <a:cs typeface="Calibri" panose="020F0502020204030204"/>
                <a:sym typeface="Calibri" panose="020F0502020204030204"/>
              </a:rPr>
              <a:t>pháp</a:t>
            </a:r>
            <a:r>
              <a:rPr lang="en-US" sz="2800" b="1" dirty="0">
                <a:solidFill>
                  <a:schemeClr val="dk1"/>
                </a:solidFill>
                <a:latin typeface="Calibri" panose="020F0502020204030204"/>
                <a:ea typeface="Calibri" panose="020F0502020204030204"/>
                <a:cs typeface="Calibri" panose="020F0502020204030204"/>
                <a:sym typeface="Calibri" panose="020F0502020204030204"/>
              </a:rPr>
              <a:t> </a:t>
            </a:r>
            <a:r>
              <a:rPr lang="en-US" sz="2800" b="1" dirty="0" err="1">
                <a:solidFill>
                  <a:schemeClr val="dk1"/>
                </a:solidFill>
                <a:latin typeface="Calibri" panose="020F0502020204030204"/>
                <a:ea typeface="Calibri" panose="020F0502020204030204"/>
                <a:cs typeface="Calibri" panose="020F0502020204030204"/>
                <a:sym typeface="Calibri" panose="020F0502020204030204"/>
              </a:rPr>
              <a:t>phối</a:t>
            </a:r>
            <a:r>
              <a:rPr lang="en-US" sz="2800" b="1" dirty="0">
                <a:solidFill>
                  <a:schemeClr val="dk1"/>
                </a:solidFill>
                <a:latin typeface="Calibri" panose="020F0502020204030204"/>
                <a:ea typeface="Calibri" panose="020F0502020204030204"/>
                <a:cs typeface="Calibri" panose="020F0502020204030204"/>
                <a:sym typeface="Calibri" panose="020F0502020204030204"/>
              </a:rPr>
              <a:t> </a:t>
            </a:r>
            <a:r>
              <a:rPr lang="en-US" sz="2800" b="1" dirty="0" err="1">
                <a:solidFill>
                  <a:schemeClr val="dk1"/>
                </a:solidFill>
                <a:latin typeface="Calibri" panose="020F0502020204030204"/>
                <a:ea typeface="Calibri" panose="020F0502020204030204"/>
                <a:cs typeface="Calibri" panose="020F0502020204030204"/>
                <a:sym typeface="Calibri" panose="020F0502020204030204"/>
              </a:rPr>
              <a:t>màu</a:t>
            </a:r>
            <a:endParaRPr lang="en-US" sz="2800" b="1" dirty="0">
              <a:solidFill>
                <a:schemeClr val="dk1"/>
              </a:solidFill>
              <a:latin typeface="Calibri" panose="020F0502020204030204"/>
              <a:ea typeface="Calibri" panose="020F0502020204030204"/>
              <a:cs typeface="Calibri" panose="020F0502020204030204"/>
              <a:sym typeface="Calibri" panose="020F0502020204030204"/>
            </a:endParaRPr>
          </a:p>
          <a:p>
            <a:pPr marL="800100" lvl="1" indent="-342900">
              <a:lnSpc>
                <a:spcPct val="130000"/>
              </a:lnSpc>
              <a:buClr>
                <a:schemeClr val="accent1"/>
              </a:buClr>
              <a:buSzPts val="2800"/>
              <a:buFontTx/>
              <a:buChar char="-"/>
            </a:pPr>
            <a:r>
              <a:rPr lang="vi-VN" sz="2400" b="1" dirty="0">
                <a:solidFill>
                  <a:schemeClr val="dk1"/>
                </a:solidFill>
                <a:latin typeface="Calibri" panose="020F0502020204030204"/>
                <a:ea typeface="Calibri" panose="020F0502020204030204"/>
                <a:cs typeface="Calibri" panose="020F0502020204030204"/>
                <a:sym typeface="Calibri" panose="020F0502020204030204"/>
              </a:rPr>
              <a:t>Phối màu đơn sắc:</a:t>
            </a:r>
            <a:r>
              <a:rPr lang="vi-VN" sz="2400" dirty="0">
                <a:solidFill>
                  <a:schemeClr val="dk1"/>
                </a:solidFill>
                <a:latin typeface="Calibri" panose="020F0502020204030204"/>
                <a:ea typeface="Calibri" panose="020F0502020204030204"/>
                <a:cs typeface="Calibri" panose="020F0502020204030204"/>
                <a:sym typeface="Calibri" panose="020F0502020204030204"/>
              </a:rPr>
              <a:t> sử dụng một màu với nhiều sắc thái khác nhau để tạo sự hài hòa.</a:t>
            </a:r>
          </a:p>
          <a:p>
            <a:pPr marL="800100" lvl="1" indent="-342900">
              <a:lnSpc>
                <a:spcPct val="130000"/>
              </a:lnSpc>
              <a:buClr>
                <a:schemeClr val="accent1"/>
              </a:buClr>
              <a:buSzPts val="2800"/>
              <a:buFontTx/>
              <a:buChar char="-"/>
            </a:pPr>
            <a:r>
              <a:rPr lang="vi-VN" sz="2400" b="1" dirty="0">
                <a:solidFill>
                  <a:schemeClr val="dk1"/>
                </a:solidFill>
                <a:latin typeface="Calibri" panose="020F0502020204030204"/>
                <a:ea typeface="Calibri" panose="020F0502020204030204"/>
                <a:cs typeface="Calibri" panose="020F0502020204030204"/>
                <a:sym typeface="Calibri" panose="020F0502020204030204"/>
              </a:rPr>
              <a:t>Phối màu tương đồng: </a:t>
            </a:r>
            <a:r>
              <a:rPr lang="vi-VN" sz="2400" dirty="0">
                <a:solidFill>
                  <a:schemeClr val="dk1"/>
                </a:solidFill>
                <a:latin typeface="Calibri" panose="020F0502020204030204"/>
                <a:ea typeface="Calibri" panose="020F0502020204030204"/>
                <a:cs typeface="Calibri" panose="020F0502020204030204"/>
                <a:sym typeface="Calibri" panose="020F0502020204030204"/>
              </a:rPr>
              <a:t>sử dụng những màu sắc cạnh nhau trên vòng thuần sắc để bổ trợ lẫn nhau.</a:t>
            </a:r>
          </a:p>
          <a:p>
            <a:pPr marL="800100" lvl="1" indent="-342900">
              <a:lnSpc>
                <a:spcPct val="130000"/>
              </a:lnSpc>
              <a:buClr>
                <a:schemeClr val="accent1"/>
              </a:buClr>
              <a:buSzPts val="2800"/>
              <a:buFontTx/>
              <a:buChar char="-"/>
            </a:pPr>
            <a:r>
              <a:rPr lang="vi-VN" sz="2400" b="1" dirty="0">
                <a:solidFill>
                  <a:schemeClr val="dk1"/>
                </a:solidFill>
                <a:latin typeface="Calibri" panose="020F0502020204030204"/>
                <a:ea typeface="Calibri" panose="020F0502020204030204"/>
                <a:cs typeface="Calibri" panose="020F0502020204030204"/>
                <a:sym typeface="Calibri" panose="020F0502020204030204"/>
              </a:rPr>
              <a:t>Phối màu tương phản:</a:t>
            </a:r>
            <a:r>
              <a:rPr lang="vi-VN" sz="2400" dirty="0">
                <a:solidFill>
                  <a:schemeClr val="dk1"/>
                </a:solidFill>
                <a:latin typeface="Calibri" panose="020F0502020204030204"/>
                <a:ea typeface="Calibri" panose="020F0502020204030204"/>
                <a:cs typeface="Calibri" panose="020F0502020204030204"/>
                <a:sym typeface="Calibri" panose="020F0502020204030204"/>
              </a:rPr>
              <a:t> kết hợp những màu đối diện nhau trên vòng thuần sắc để tăng cường độ tương phản.</a:t>
            </a:r>
          </a:p>
        </p:txBody>
      </p:sp>
    </p:spTree>
    <p:extLst>
      <p:ext uri="{BB962C8B-B14F-4D97-AF65-F5344CB8AC3E}">
        <p14:creationId xmlns:p14="http://schemas.microsoft.com/office/powerpoint/2010/main" val="355033961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01"/>
        <p:cNvGrpSpPr/>
        <p:nvPr/>
      </p:nvGrpSpPr>
      <p:grpSpPr>
        <a:xfrm>
          <a:off x="0" y="0"/>
          <a:ext cx="0" cy="0"/>
          <a:chOff x="0" y="0"/>
          <a:chExt cx="0" cy="0"/>
        </a:xfrm>
      </p:grpSpPr>
      <p:sp>
        <p:nvSpPr>
          <p:cNvPr id="302" name="Google Shape;302;p34"/>
          <p:cNvSpPr txBox="1">
            <a:spLocks noGrp="1"/>
          </p:cNvSpPr>
          <p:nvPr>
            <p:ph type="title"/>
          </p:nvPr>
        </p:nvSpPr>
        <p:spPr>
          <a:xfrm>
            <a:off x="406400" y="254849"/>
            <a:ext cx="11379300" cy="613800"/>
          </a:xfrm>
          <a:prstGeom prst="rect">
            <a:avLst/>
          </a:prstGeom>
          <a:noFill/>
          <a:ln>
            <a:noFill/>
          </a:ln>
        </p:spPr>
        <p:txBody>
          <a:bodyPr spcFirstLastPara="1" wrap="square" lIns="91425" tIns="45700" rIns="91425" bIns="45700" anchor="ctr" anchorCtr="0">
            <a:normAutofit/>
          </a:bodyPr>
          <a:lstStyle/>
          <a:p>
            <a:pPr lvl="0">
              <a:buSzPts val="2800"/>
            </a:pPr>
            <a:r>
              <a:rPr lang="en-US" dirty="0"/>
              <a:t>3. </a:t>
            </a:r>
            <a:r>
              <a:rPr lang="en-US" dirty="0" err="1"/>
              <a:t>Vòng</a:t>
            </a:r>
            <a:r>
              <a:rPr lang="en-US" dirty="0"/>
              <a:t> </a:t>
            </a:r>
            <a:r>
              <a:rPr lang="en-US" dirty="0" err="1"/>
              <a:t>tròn</a:t>
            </a:r>
            <a:r>
              <a:rPr lang="en-US" dirty="0"/>
              <a:t> </a:t>
            </a:r>
            <a:r>
              <a:rPr lang="en-US" dirty="0" err="1"/>
              <a:t>màu</a:t>
            </a:r>
            <a:r>
              <a:rPr lang="en-US" dirty="0"/>
              <a:t> </a:t>
            </a:r>
            <a:r>
              <a:rPr lang="en-US" dirty="0" err="1"/>
              <a:t>và</a:t>
            </a:r>
            <a:r>
              <a:rPr lang="en-US" dirty="0"/>
              <a:t> </a:t>
            </a:r>
            <a:r>
              <a:rPr lang="en-US" dirty="0" err="1"/>
              <a:t>phương</a:t>
            </a:r>
            <a:r>
              <a:rPr lang="en-US" dirty="0"/>
              <a:t> </a:t>
            </a:r>
            <a:r>
              <a:rPr lang="en-US" dirty="0" err="1"/>
              <a:t>pháp</a:t>
            </a:r>
            <a:r>
              <a:rPr lang="en-US" dirty="0"/>
              <a:t> </a:t>
            </a:r>
            <a:r>
              <a:rPr lang="en-US" dirty="0" err="1"/>
              <a:t>phối</a:t>
            </a:r>
            <a:r>
              <a:rPr lang="en-US" dirty="0"/>
              <a:t> </a:t>
            </a:r>
            <a:r>
              <a:rPr lang="en-US" dirty="0" err="1"/>
              <a:t>màu</a:t>
            </a:r>
            <a:endParaRPr dirty="0">
              <a:solidFill>
                <a:schemeClr val="dk2"/>
              </a:solidFill>
            </a:endParaRPr>
          </a:p>
        </p:txBody>
      </p:sp>
      <p:sp>
        <p:nvSpPr>
          <p:cNvPr id="303" name="Google Shape;303;p34"/>
          <p:cNvSpPr txBox="1"/>
          <p:nvPr/>
        </p:nvSpPr>
        <p:spPr>
          <a:xfrm>
            <a:off x="406399" y="1057564"/>
            <a:ext cx="9088583" cy="5453760"/>
          </a:xfrm>
          <a:prstGeom prst="rect">
            <a:avLst/>
          </a:prstGeom>
          <a:noFill/>
          <a:ln>
            <a:noFill/>
          </a:ln>
        </p:spPr>
        <p:txBody>
          <a:bodyPr spcFirstLastPara="1" wrap="square" lIns="91425" tIns="45700" rIns="91425" bIns="45700" anchor="t" anchorCtr="0">
            <a:spAutoFit/>
          </a:bodyPr>
          <a:lstStyle/>
          <a:p>
            <a:pPr marL="457200" marR="0" lvl="1" indent="0" algn="l" rtl="0">
              <a:lnSpc>
                <a:spcPct val="130000"/>
              </a:lnSpc>
              <a:spcBef>
                <a:spcPts val="0"/>
              </a:spcBef>
              <a:spcAft>
                <a:spcPts val="0"/>
              </a:spcAft>
              <a:buClr>
                <a:schemeClr val="accent1"/>
              </a:buClr>
              <a:buSzPts val="2800"/>
              <a:buFont typeface="Arial" panose="020B0604020202020204"/>
              <a:buNone/>
            </a:pPr>
            <a:r>
              <a:rPr lang="en-US" sz="2800" b="1" dirty="0">
                <a:solidFill>
                  <a:schemeClr val="dk1"/>
                </a:solidFill>
                <a:latin typeface="Calibri" panose="020F0502020204030204"/>
                <a:ea typeface="Calibri" panose="020F0502020204030204"/>
                <a:cs typeface="Calibri" panose="020F0502020204030204"/>
                <a:sym typeface="Calibri" panose="020F0502020204030204"/>
              </a:rPr>
              <a:t>3.2. </a:t>
            </a:r>
            <a:r>
              <a:rPr lang="en-US" sz="2800" b="1" dirty="0" err="1">
                <a:solidFill>
                  <a:schemeClr val="dk1"/>
                </a:solidFill>
                <a:latin typeface="Calibri" panose="020F0502020204030204"/>
                <a:ea typeface="Calibri" panose="020F0502020204030204"/>
                <a:cs typeface="Calibri" panose="020F0502020204030204"/>
                <a:sym typeface="Calibri" panose="020F0502020204030204"/>
              </a:rPr>
              <a:t>Phương</a:t>
            </a:r>
            <a:r>
              <a:rPr lang="en-US" sz="2800" b="1" dirty="0">
                <a:solidFill>
                  <a:schemeClr val="dk1"/>
                </a:solidFill>
                <a:latin typeface="Calibri" panose="020F0502020204030204"/>
                <a:ea typeface="Calibri" panose="020F0502020204030204"/>
                <a:cs typeface="Calibri" panose="020F0502020204030204"/>
                <a:sym typeface="Calibri" panose="020F0502020204030204"/>
              </a:rPr>
              <a:t> </a:t>
            </a:r>
            <a:r>
              <a:rPr lang="en-US" sz="2800" b="1" dirty="0" err="1">
                <a:solidFill>
                  <a:schemeClr val="dk1"/>
                </a:solidFill>
                <a:latin typeface="Calibri" panose="020F0502020204030204"/>
                <a:ea typeface="Calibri" panose="020F0502020204030204"/>
                <a:cs typeface="Calibri" panose="020F0502020204030204"/>
                <a:sym typeface="Calibri" panose="020F0502020204030204"/>
              </a:rPr>
              <a:t>pháp</a:t>
            </a:r>
            <a:r>
              <a:rPr lang="en-US" sz="2800" b="1" dirty="0">
                <a:solidFill>
                  <a:schemeClr val="dk1"/>
                </a:solidFill>
                <a:latin typeface="Calibri" panose="020F0502020204030204"/>
                <a:ea typeface="Calibri" panose="020F0502020204030204"/>
                <a:cs typeface="Calibri" panose="020F0502020204030204"/>
                <a:sym typeface="Calibri" panose="020F0502020204030204"/>
              </a:rPr>
              <a:t> </a:t>
            </a:r>
            <a:r>
              <a:rPr lang="en-US" sz="2800" b="1" dirty="0" err="1">
                <a:solidFill>
                  <a:schemeClr val="dk1"/>
                </a:solidFill>
                <a:latin typeface="Calibri" panose="020F0502020204030204"/>
                <a:ea typeface="Calibri" panose="020F0502020204030204"/>
                <a:cs typeface="Calibri" panose="020F0502020204030204"/>
                <a:sym typeface="Calibri" panose="020F0502020204030204"/>
              </a:rPr>
              <a:t>phối</a:t>
            </a:r>
            <a:r>
              <a:rPr lang="en-US" sz="2800" b="1" dirty="0">
                <a:solidFill>
                  <a:schemeClr val="dk1"/>
                </a:solidFill>
                <a:latin typeface="Calibri" panose="020F0502020204030204"/>
                <a:ea typeface="Calibri" panose="020F0502020204030204"/>
                <a:cs typeface="Calibri" panose="020F0502020204030204"/>
                <a:sym typeface="Calibri" panose="020F0502020204030204"/>
              </a:rPr>
              <a:t> </a:t>
            </a:r>
            <a:r>
              <a:rPr lang="en-US" sz="2800" b="1" dirty="0" err="1">
                <a:solidFill>
                  <a:schemeClr val="dk1"/>
                </a:solidFill>
                <a:latin typeface="Calibri" panose="020F0502020204030204"/>
                <a:ea typeface="Calibri" panose="020F0502020204030204"/>
                <a:cs typeface="Calibri" panose="020F0502020204030204"/>
                <a:sym typeface="Calibri" panose="020F0502020204030204"/>
              </a:rPr>
              <a:t>màu</a:t>
            </a:r>
            <a:endParaRPr lang="en-US" sz="2800" b="1" dirty="0">
              <a:solidFill>
                <a:schemeClr val="dk1"/>
              </a:solidFill>
              <a:latin typeface="Calibri" panose="020F0502020204030204"/>
              <a:ea typeface="Calibri" panose="020F0502020204030204"/>
              <a:cs typeface="Calibri" panose="020F0502020204030204"/>
              <a:sym typeface="Calibri" panose="020F0502020204030204"/>
            </a:endParaRPr>
          </a:p>
          <a:p>
            <a:pPr marL="800100" lvl="1" indent="-342900">
              <a:lnSpc>
                <a:spcPct val="130000"/>
              </a:lnSpc>
              <a:buClr>
                <a:schemeClr val="accent1"/>
              </a:buClr>
              <a:buSzPts val="2800"/>
              <a:buFontTx/>
              <a:buChar char="-"/>
            </a:pPr>
            <a:r>
              <a:rPr lang="vi-VN" sz="2400" b="1" dirty="0">
                <a:solidFill>
                  <a:schemeClr val="dk1"/>
                </a:solidFill>
                <a:latin typeface="Calibri" panose="020F0502020204030204"/>
                <a:ea typeface="Calibri" panose="020F0502020204030204"/>
                <a:cs typeface="Calibri" panose="020F0502020204030204"/>
                <a:sym typeface="Calibri" panose="020F0502020204030204"/>
              </a:rPr>
              <a:t>Phối màu tương phản chéo: </a:t>
            </a:r>
            <a:r>
              <a:rPr lang="vi-VN" sz="2400" dirty="0">
                <a:solidFill>
                  <a:schemeClr val="dk1"/>
                </a:solidFill>
                <a:latin typeface="Calibri" panose="020F0502020204030204"/>
                <a:ea typeface="Calibri" panose="020F0502020204030204"/>
                <a:cs typeface="Calibri" panose="020F0502020204030204"/>
                <a:sym typeface="Calibri" panose="020F0502020204030204"/>
              </a:rPr>
              <a:t>cách kết hợp màu sắc này giống cách trước nhưng thay vì sử đụng hai màu đối diện nhau, chúng ta sử dụng một màu và hai màu bên cạnh màu đối diện nó trên vòng thuần sắc.</a:t>
            </a:r>
          </a:p>
          <a:p>
            <a:pPr marL="800100" lvl="1" indent="-342900">
              <a:lnSpc>
                <a:spcPct val="130000"/>
              </a:lnSpc>
              <a:buClr>
                <a:schemeClr val="accent1"/>
              </a:buClr>
              <a:buSzPts val="2800"/>
              <a:buFontTx/>
              <a:buChar char="-"/>
            </a:pPr>
            <a:r>
              <a:rPr lang="vi-VN" sz="2400" b="1" dirty="0">
                <a:solidFill>
                  <a:schemeClr val="dk1"/>
                </a:solidFill>
                <a:latin typeface="Calibri" panose="020F0502020204030204"/>
                <a:ea typeface="Calibri" panose="020F0502020204030204"/>
                <a:cs typeface="Calibri" panose="020F0502020204030204"/>
                <a:sym typeface="Calibri" panose="020F0502020204030204"/>
              </a:rPr>
              <a:t>Phối màu tương phản bộ ba: </a:t>
            </a:r>
            <a:r>
              <a:rPr lang="vi-VN" sz="2400" dirty="0">
                <a:solidFill>
                  <a:schemeClr val="dk1"/>
                </a:solidFill>
                <a:latin typeface="Calibri" panose="020F0502020204030204"/>
                <a:ea typeface="Calibri" panose="020F0502020204030204"/>
                <a:cs typeface="Calibri" panose="020F0502020204030204"/>
                <a:sym typeface="Calibri" panose="020F0502020204030204"/>
              </a:rPr>
              <a:t>sử dụng ba màu có khoảng cách bằng nhau trên vòng thuần sắc. Những nhà thiết kế vẫn hay sử dụng một màu làm màu chủ đạo, hai màu còn lại làm điểm nhấn.</a:t>
            </a:r>
          </a:p>
          <a:p>
            <a:pPr marL="800100" lvl="1" indent="-342900">
              <a:lnSpc>
                <a:spcPct val="130000"/>
              </a:lnSpc>
              <a:buClr>
                <a:schemeClr val="accent1"/>
              </a:buClr>
              <a:buSzPts val="2800"/>
              <a:buFontTx/>
              <a:buChar char="-"/>
            </a:pPr>
            <a:r>
              <a:rPr lang="vi-VN" sz="2400" b="1" dirty="0">
                <a:solidFill>
                  <a:schemeClr val="dk1"/>
                </a:solidFill>
                <a:latin typeface="Calibri" panose="020F0502020204030204"/>
                <a:ea typeface="Calibri" panose="020F0502020204030204"/>
                <a:cs typeface="Calibri" panose="020F0502020204030204"/>
                <a:sym typeface="Calibri" panose="020F0502020204030204"/>
              </a:rPr>
              <a:t>Phối màu tương phản bộ bốn:</a:t>
            </a:r>
            <a:r>
              <a:rPr lang="vi-VN" sz="2400" dirty="0">
                <a:solidFill>
                  <a:schemeClr val="dk1"/>
                </a:solidFill>
                <a:latin typeface="Calibri" panose="020F0502020204030204"/>
                <a:ea typeface="Calibri" panose="020F0502020204030204"/>
                <a:cs typeface="Calibri" panose="020F0502020204030204"/>
                <a:sym typeface="Calibri" panose="020F0502020204030204"/>
              </a:rPr>
              <a:t> sử dụng bốn màu mà trong đó có hai cặp màu tương phản. Nếu bạn nối bốn màu này lại, nó sẽ tạo thành hình chữ nhật.</a:t>
            </a:r>
            <a:endParaRPr sz="2400" i="0" u="none" strike="noStrike" cap="none" dirty="0">
              <a:solidFill>
                <a:schemeClr val="dk1"/>
              </a:solidFill>
              <a:latin typeface="Calibri" panose="020F0502020204030204"/>
              <a:ea typeface="Calibri" panose="020F0502020204030204"/>
              <a:cs typeface="Calibri" panose="020F0502020204030204"/>
              <a:sym typeface="Calibri" panose="020F0502020204030204"/>
            </a:endParaRPr>
          </a:p>
        </p:txBody>
      </p:sp>
    </p:spTree>
    <p:extLst>
      <p:ext uri="{BB962C8B-B14F-4D97-AF65-F5344CB8AC3E}">
        <p14:creationId xmlns:p14="http://schemas.microsoft.com/office/powerpoint/2010/main" val="177804998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301"/>
        <p:cNvGrpSpPr/>
        <p:nvPr/>
      </p:nvGrpSpPr>
      <p:grpSpPr>
        <a:xfrm>
          <a:off x="0" y="0"/>
          <a:ext cx="0" cy="0"/>
          <a:chOff x="0" y="0"/>
          <a:chExt cx="0" cy="0"/>
        </a:xfrm>
      </p:grpSpPr>
      <p:sp>
        <p:nvSpPr>
          <p:cNvPr id="302" name="Google Shape;302;p34"/>
          <p:cNvSpPr txBox="1">
            <a:spLocks noGrp="1"/>
          </p:cNvSpPr>
          <p:nvPr>
            <p:ph type="title"/>
          </p:nvPr>
        </p:nvSpPr>
        <p:spPr>
          <a:xfrm>
            <a:off x="406400" y="254849"/>
            <a:ext cx="11379300" cy="613800"/>
          </a:xfrm>
          <a:prstGeom prst="rect">
            <a:avLst/>
          </a:prstGeom>
          <a:noFill/>
          <a:ln>
            <a:noFill/>
          </a:ln>
        </p:spPr>
        <p:txBody>
          <a:bodyPr spcFirstLastPara="1" wrap="square" lIns="91425" tIns="45700" rIns="91425" bIns="45700" anchor="ctr" anchorCtr="0">
            <a:normAutofit/>
          </a:bodyPr>
          <a:lstStyle/>
          <a:p>
            <a:pPr lvl="0">
              <a:buSzPts val="2800"/>
            </a:pPr>
            <a:r>
              <a:rPr lang="en-US" dirty="0"/>
              <a:t>3. </a:t>
            </a:r>
            <a:r>
              <a:rPr lang="en-US" dirty="0" err="1"/>
              <a:t>Vòng</a:t>
            </a:r>
            <a:r>
              <a:rPr lang="en-US" dirty="0"/>
              <a:t> </a:t>
            </a:r>
            <a:r>
              <a:rPr lang="en-US" dirty="0" err="1"/>
              <a:t>tròn</a:t>
            </a:r>
            <a:r>
              <a:rPr lang="en-US" dirty="0"/>
              <a:t> </a:t>
            </a:r>
            <a:r>
              <a:rPr lang="en-US" dirty="0" err="1"/>
              <a:t>màu</a:t>
            </a:r>
            <a:r>
              <a:rPr lang="en-US" dirty="0"/>
              <a:t> </a:t>
            </a:r>
            <a:r>
              <a:rPr lang="en-US" dirty="0" err="1"/>
              <a:t>và</a:t>
            </a:r>
            <a:r>
              <a:rPr lang="en-US" dirty="0"/>
              <a:t> </a:t>
            </a:r>
            <a:r>
              <a:rPr lang="en-US" dirty="0" err="1"/>
              <a:t>phương</a:t>
            </a:r>
            <a:r>
              <a:rPr lang="en-US" dirty="0"/>
              <a:t> </a:t>
            </a:r>
            <a:r>
              <a:rPr lang="en-US" dirty="0" err="1"/>
              <a:t>pháp</a:t>
            </a:r>
            <a:r>
              <a:rPr lang="en-US" dirty="0"/>
              <a:t> </a:t>
            </a:r>
            <a:r>
              <a:rPr lang="en-US" dirty="0" err="1"/>
              <a:t>phối</a:t>
            </a:r>
            <a:r>
              <a:rPr lang="en-US" dirty="0"/>
              <a:t> </a:t>
            </a:r>
            <a:r>
              <a:rPr lang="en-US" dirty="0" err="1"/>
              <a:t>màu</a:t>
            </a:r>
            <a:endParaRPr dirty="0">
              <a:solidFill>
                <a:schemeClr val="dk2"/>
              </a:solidFill>
            </a:endParaRPr>
          </a:p>
        </p:txBody>
      </p:sp>
      <p:sp>
        <p:nvSpPr>
          <p:cNvPr id="303" name="Google Shape;303;p34"/>
          <p:cNvSpPr txBox="1"/>
          <p:nvPr/>
        </p:nvSpPr>
        <p:spPr>
          <a:xfrm>
            <a:off x="406399" y="1057564"/>
            <a:ext cx="6585528" cy="4493497"/>
          </a:xfrm>
          <a:prstGeom prst="rect">
            <a:avLst/>
          </a:prstGeom>
          <a:noFill/>
          <a:ln>
            <a:noFill/>
          </a:ln>
        </p:spPr>
        <p:txBody>
          <a:bodyPr spcFirstLastPara="1" wrap="square" lIns="91425" tIns="45700" rIns="91425" bIns="45700" anchor="t" anchorCtr="0">
            <a:spAutoFit/>
          </a:bodyPr>
          <a:lstStyle/>
          <a:p>
            <a:pPr marL="457200" marR="0" lvl="1" indent="0" algn="l" rtl="0">
              <a:lnSpc>
                <a:spcPct val="130000"/>
              </a:lnSpc>
              <a:spcBef>
                <a:spcPts val="0"/>
              </a:spcBef>
              <a:spcAft>
                <a:spcPts val="0"/>
              </a:spcAft>
              <a:buClr>
                <a:schemeClr val="accent1"/>
              </a:buClr>
              <a:buSzPts val="2800"/>
              <a:buFont typeface="Arial" panose="020B0604020202020204"/>
              <a:buNone/>
            </a:pPr>
            <a:r>
              <a:rPr lang="en-US" sz="2800" b="1" dirty="0">
                <a:solidFill>
                  <a:schemeClr val="dk1"/>
                </a:solidFill>
                <a:latin typeface="Calibri" panose="020F0502020204030204"/>
                <a:ea typeface="Calibri" panose="020F0502020204030204"/>
                <a:cs typeface="Calibri" panose="020F0502020204030204"/>
                <a:sym typeface="Calibri" panose="020F0502020204030204"/>
              </a:rPr>
              <a:t>3.3. </a:t>
            </a:r>
            <a:r>
              <a:rPr lang="en-US" sz="2800" b="1" dirty="0" err="1">
                <a:solidFill>
                  <a:schemeClr val="dk1"/>
                </a:solidFill>
                <a:latin typeface="Calibri" panose="020F0502020204030204"/>
                <a:ea typeface="Calibri" panose="020F0502020204030204"/>
                <a:cs typeface="Calibri" panose="020F0502020204030204"/>
                <a:sym typeface="Calibri" panose="020F0502020204030204"/>
              </a:rPr>
              <a:t>Quy</a:t>
            </a:r>
            <a:r>
              <a:rPr lang="en-US" sz="2800" b="1" dirty="0">
                <a:solidFill>
                  <a:schemeClr val="dk1"/>
                </a:solidFill>
                <a:latin typeface="Calibri" panose="020F0502020204030204"/>
                <a:ea typeface="Calibri" panose="020F0502020204030204"/>
                <a:cs typeface="Calibri" panose="020F0502020204030204"/>
                <a:sym typeface="Calibri" panose="020F0502020204030204"/>
              </a:rPr>
              <a:t> </a:t>
            </a:r>
            <a:r>
              <a:rPr lang="en-US" sz="2800" b="1" dirty="0" err="1">
                <a:solidFill>
                  <a:schemeClr val="dk1"/>
                </a:solidFill>
                <a:latin typeface="Calibri" panose="020F0502020204030204"/>
                <a:ea typeface="Calibri" panose="020F0502020204030204"/>
                <a:cs typeface="Calibri" panose="020F0502020204030204"/>
                <a:sym typeface="Calibri" panose="020F0502020204030204"/>
              </a:rPr>
              <a:t>tắc</a:t>
            </a:r>
            <a:r>
              <a:rPr lang="en-US" sz="2800" b="1" dirty="0">
                <a:solidFill>
                  <a:schemeClr val="dk1"/>
                </a:solidFill>
                <a:latin typeface="Calibri" panose="020F0502020204030204"/>
                <a:ea typeface="Calibri" panose="020F0502020204030204"/>
                <a:cs typeface="Calibri" panose="020F0502020204030204"/>
                <a:sym typeface="Calibri" panose="020F0502020204030204"/>
              </a:rPr>
              <a:t> </a:t>
            </a:r>
            <a:r>
              <a:rPr lang="en-US" sz="2800" b="1" dirty="0" err="1">
                <a:solidFill>
                  <a:schemeClr val="dk1"/>
                </a:solidFill>
                <a:latin typeface="Calibri" panose="020F0502020204030204"/>
                <a:ea typeface="Calibri" panose="020F0502020204030204"/>
                <a:cs typeface="Calibri" panose="020F0502020204030204"/>
                <a:sym typeface="Calibri" panose="020F0502020204030204"/>
              </a:rPr>
              <a:t>phối</a:t>
            </a:r>
            <a:r>
              <a:rPr lang="en-US" sz="2800" b="1" dirty="0">
                <a:solidFill>
                  <a:schemeClr val="dk1"/>
                </a:solidFill>
                <a:latin typeface="Calibri" panose="020F0502020204030204"/>
                <a:ea typeface="Calibri" panose="020F0502020204030204"/>
                <a:cs typeface="Calibri" panose="020F0502020204030204"/>
                <a:sym typeface="Calibri" panose="020F0502020204030204"/>
              </a:rPr>
              <a:t> </a:t>
            </a:r>
            <a:r>
              <a:rPr lang="en-US" sz="2800" b="1" dirty="0" err="1">
                <a:solidFill>
                  <a:schemeClr val="dk1"/>
                </a:solidFill>
                <a:latin typeface="Calibri" panose="020F0502020204030204"/>
                <a:ea typeface="Calibri" panose="020F0502020204030204"/>
                <a:cs typeface="Calibri" panose="020F0502020204030204"/>
                <a:sym typeface="Calibri" panose="020F0502020204030204"/>
              </a:rPr>
              <a:t>màu</a:t>
            </a:r>
            <a:r>
              <a:rPr lang="en-US" sz="2800" b="1" dirty="0">
                <a:solidFill>
                  <a:schemeClr val="dk1"/>
                </a:solidFill>
                <a:latin typeface="Calibri" panose="020F0502020204030204"/>
                <a:ea typeface="Calibri" panose="020F0502020204030204"/>
                <a:cs typeface="Calibri" panose="020F0502020204030204"/>
                <a:sym typeface="Calibri" panose="020F0502020204030204"/>
              </a:rPr>
              <a:t> </a:t>
            </a:r>
            <a:r>
              <a:rPr lang="en-US" sz="2800" b="1" dirty="0" err="1">
                <a:solidFill>
                  <a:schemeClr val="dk1"/>
                </a:solidFill>
                <a:latin typeface="Calibri" panose="020F0502020204030204"/>
                <a:ea typeface="Calibri" panose="020F0502020204030204"/>
                <a:cs typeface="Calibri" panose="020F0502020204030204"/>
                <a:sym typeface="Calibri" panose="020F0502020204030204"/>
              </a:rPr>
              <a:t>cho</a:t>
            </a:r>
            <a:r>
              <a:rPr lang="en-US" sz="2800" b="1" dirty="0">
                <a:solidFill>
                  <a:schemeClr val="dk1"/>
                </a:solidFill>
                <a:latin typeface="Calibri" panose="020F0502020204030204"/>
                <a:ea typeface="Calibri" panose="020F0502020204030204"/>
                <a:cs typeface="Calibri" panose="020F0502020204030204"/>
                <a:sym typeface="Calibri" panose="020F0502020204030204"/>
              </a:rPr>
              <a:t> website</a:t>
            </a:r>
          </a:p>
          <a:p>
            <a:pPr marL="800100" lvl="1" indent="-342900">
              <a:lnSpc>
                <a:spcPct val="130000"/>
              </a:lnSpc>
              <a:buClr>
                <a:schemeClr val="accent1"/>
              </a:buClr>
              <a:buSzPts val="2800"/>
              <a:buFontTx/>
              <a:buChar char="-"/>
            </a:pPr>
            <a:r>
              <a:rPr lang="vi-VN" sz="2400" dirty="0">
                <a:solidFill>
                  <a:schemeClr val="dk1"/>
                </a:solidFill>
                <a:latin typeface="Calibri" panose="020F0502020204030204"/>
                <a:ea typeface="Calibri" panose="020F0502020204030204"/>
                <a:cs typeface="Calibri" panose="020F0502020204030204"/>
                <a:sym typeface="Calibri" panose="020F0502020204030204"/>
              </a:rPr>
              <a:t>Để giữ cho thiết kế cân bằng với màu sắc, hãy sử dụng màu sắc của bạn theo tỷ lệ sau:</a:t>
            </a:r>
            <a:endParaRPr lang="en-US" sz="2400" dirty="0">
              <a:solidFill>
                <a:schemeClr val="dk1"/>
              </a:solidFill>
              <a:latin typeface="Calibri" panose="020F0502020204030204"/>
              <a:ea typeface="Calibri" panose="020F0502020204030204"/>
              <a:cs typeface="Calibri" panose="020F0502020204030204"/>
              <a:sym typeface="Calibri" panose="020F0502020204030204"/>
            </a:endParaRPr>
          </a:p>
          <a:p>
            <a:pPr marL="800100" lvl="6" indent="-342900">
              <a:lnSpc>
                <a:spcPct val="130000"/>
              </a:lnSpc>
              <a:buClr>
                <a:schemeClr val="accent1"/>
              </a:buClr>
              <a:buSzPts val="2800"/>
              <a:buFont typeface="Courier New" panose="02070309020205020404" pitchFamily="49" charset="0"/>
              <a:buChar char="o"/>
            </a:pPr>
            <a:r>
              <a:rPr lang="vi-VN" sz="2400" b="1" dirty="0">
                <a:solidFill>
                  <a:schemeClr val="bg2"/>
                </a:solidFill>
                <a:latin typeface="Calibri" panose="020F0502020204030204"/>
                <a:ea typeface="Calibri" panose="020F0502020204030204"/>
                <a:cs typeface="Calibri" panose="020F0502020204030204"/>
                <a:sym typeface="Calibri" panose="020F0502020204030204"/>
              </a:rPr>
              <a:t>60%</a:t>
            </a:r>
            <a:r>
              <a:rPr lang="vi-VN" sz="2400" dirty="0">
                <a:solidFill>
                  <a:schemeClr val="dk1"/>
                </a:solidFill>
                <a:latin typeface="Calibri" panose="020F0502020204030204"/>
                <a:ea typeface="Calibri" panose="020F0502020204030204"/>
                <a:cs typeface="Calibri" panose="020F0502020204030204"/>
                <a:sym typeface="Calibri" panose="020F0502020204030204"/>
              </a:rPr>
              <a:t> cho màu chính, </a:t>
            </a:r>
            <a:endParaRPr lang="en-US" sz="2400" dirty="0">
              <a:solidFill>
                <a:schemeClr val="dk1"/>
              </a:solidFill>
              <a:latin typeface="Calibri" panose="020F0502020204030204"/>
              <a:ea typeface="Calibri" panose="020F0502020204030204"/>
              <a:cs typeface="Calibri" panose="020F0502020204030204"/>
              <a:sym typeface="Calibri" panose="020F0502020204030204"/>
            </a:endParaRPr>
          </a:p>
          <a:p>
            <a:pPr marL="800100" lvl="3" indent="-342900">
              <a:lnSpc>
                <a:spcPct val="130000"/>
              </a:lnSpc>
              <a:buClr>
                <a:schemeClr val="accent1"/>
              </a:buClr>
              <a:buSzPts val="2800"/>
              <a:buFont typeface="Courier New" panose="02070309020205020404" pitchFamily="49" charset="0"/>
              <a:buChar char="o"/>
            </a:pPr>
            <a:r>
              <a:rPr lang="vi-VN" sz="2400" b="1" dirty="0">
                <a:solidFill>
                  <a:schemeClr val="tx2"/>
                </a:solidFill>
                <a:latin typeface="Calibri" panose="020F0502020204030204"/>
                <a:ea typeface="Calibri" panose="020F0502020204030204"/>
                <a:cs typeface="Calibri" panose="020F0502020204030204"/>
                <a:sym typeface="Calibri" panose="020F0502020204030204"/>
              </a:rPr>
              <a:t>30%</a:t>
            </a:r>
            <a:r>
              <a:rPr lang="vi-VN" sz="2400" dirty="0">
                <a:solidFill>
                  <a:schemeClr val="dk1"/>
                </a:solidFill>
                <a:latin typeface="Calibri" panose="020F0502020204030204"/>
                <a:ea typeface="Calibri" panose="020F0502020204030204"/>
                <a:cs typeface="Calibri" panose="020F0502020204030204"/>
                <a:sym typeface="Calibri" panose="020F0502020204030204"/>
              </a:rPr>
              <a:t> cho màu bổ sung và </a:t>
            </a:r>
            <a:endParaRPr lang="en-US" sz="2400" dirty="0">
              <a:solidFill>
                <a:schemeClr val="dk1"/>
              </a:solidFill>
              <a:latin typeface="Calibri" panose="020F0502020204030204"/>
              <a:ea typeface="Calibri" panose="020F0502020204030204"/>
              <a:cs typeface="Calibri" panose="020F0502020204030204"/>
              <a:sym typeface="Calibri" panose="020F0502020204030204"/>
            </a:endParaRPr>
          </a:p>
          <a:p>
            <a:pPr marL="800100" lvl="3" indent="-342900">
              <a:lnSpc>
                <a:spcPct val="130000"/>
              </a:lnSpc>
              <a:buClr>
                <a:schemeClr val="accent1"/>
              </a:buClr>
              <a:buSzPts val="2800"/>
              <a:buFont typeface="Courier New" panose="02070309020205020404" pitchFamily="49" charset="0"/>
              <a:buChar char="o"/>
            </a:pPr>
            <a:r>
              <a:rPr lang="vi-VN" sz="2400" b="1" dirty="0">
                <a:solidFill>
                  <a:schemeClr val="accent1">
                    <a:lumMod val="60000"/>
                    <a:lumOff val="40000"/>
                  </a:schemeClr>
                </a:solidFill>
                <a:latin typeface="Calibri" panose="020F0502020204030204"/>
                <a:ea typeface="Calibri" panose="020F0502020204030204"/>
                <a:cs typeface="Calibri" panose="020F0502020204030204"/>
                <a:sym typeface="Calibri" panose="020F0502020204030204"/>
              </a:rPr>
              <a:t>10%</a:t>
            </a:r>
            <a:r>
              <a:rPr lang="vi-VN" sz="2400" dirty="0">
                <a:solidFill>
                  <a:schemeClr val="dk1"/>
                </a:solidFill>
                <a:latin typeface="Calibri" panose="020F0502020204030204"/>
                <a:ea typeface="Calibri" panose="020F0502020204030204"/>
                <a:cs typeface="Calibri" panose="020F0502020204030204"/>
                <a:sym typeface="Calibri" panose="020F0502020204030204"/>
              </a:rPr>
              <a:t> cho màu nhấn. </a:t>
            </a:r>
            <a:endParaRPr lang="en-US" sz="2400" dirty="0">
              <a:solidFill>
                <a:schemeClr val="dk1"/>
              </a:solidFill>
              <a:latin typeface="Calibri" panose="020F0502020204030204"/>
              <a:ea typeface="Calibri" panose="020F0502020204030204"/>
              <a:cs typeface="Calibri" panose="020F0502020204030204"/>
              <a:sym typeface="Calibri" panose="020F0502020204030204"/>
            </a:endParaRPr>
          </a:p>
          <a:p>
            <a:pPr marL="800100" lvl="2" indent="-342900">
              <a:lnSpc>
                <a:spcPct val="130000"/>
              </a:lnSpc>
              <a:buClr>
                <a:schemeClr val="accent1"/>
              </a:buClr>
              <a:buSzPts val="2800"/>
              <a:buFontTx/>
              <a:buChar char="-"/>
            </a:pPr>
            <a:r>
              <a:rPr lang="vi-VN" sz="2400" dirty="0">
                <a:solidFill>
                  <a:schemeClr val="dk1"/>
                </a:solidFill>
                <a:latin typeface="Calibri" panose="020F0502020204030204"/>
                <a:ea typeface="Calibri" panose="020F0502020204030204"/>
                <a:cs typeface="Calibri" panose="020F0502020204030204"/>
                <a:sym typeface="Calibri" panose="020F0502020204030204"/>
              </a:rPr>
              <a:t>Sự cân bằng màu sắc này sẽ dễ duy trì hơn trong thiết kế của bạn và sẽ thân thiện với người dùng. </a:t>
            </a:r>
            <a:endParaRPr sz="2400" i="0" u="none" strike="noStrike" cap="none" dirty="0">
              <a:solidFill>
                <a:schemeClr val="dk1"/>
              </a:solidFill>
              <a:latin typeface="Calibri" panose="020F0502020204030204"/>
              <a:ea typeface="Calibri" panose="020F0502020204030204"/>
              <a:cs typeface="Calibri" panose="020F0502020204030204"/>
              <a:sym typeface="Calibri" panose="020F0502020204030204"/>
            </a:endParaRPr>
          </a:p>
        </p:txBody>
      </p:sp>
      <p:pic>
        <p:nvPicPr>
          <p:cNvPr id="2" name="Picture 1"/>
          <p:cNvPicPr>
            <a:picLocks noChangeAspect="1"/>
          </p:cNvPicPr>
          <p:nvPr/>
        </p:nvPicPr>
        <p:blipFill>
          <a:blip r:embed="rId3"/>
          <a:stretch>
            <a:fillRect/>
          </a:stretch>
        </p:blipFill>
        <p:spPr>
          <a:xfrm>
            <a:off x="7075010" y="1311563"/>
            <a:ext cx="4710690" cy="4192962"/>
          </a:xfrm>
          <a:prstGeom prst="rect">
            <a:avLst/>
          </a:prstGeom>
        </p:spPr>
      </p:pic>
    </p:spTree>
    <p:extLst>
      <p:ext uri="{BB962C8B-B14F-4D97-AF65-F5344CB8AC3E}">
        <p14:creationId xmlns:p14="http://schemas.microsoft.com/office/powerpoint/2010/main" val="117143441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301"/>
        <p:cNvGrpSpPr/>
        <p:nvPr/>
      </p:nvGrpSpPr>
      <p:grpSpPr>
        <a:xfrm>
          <a:off x="0" y="0"/>
          <a:ext cx="0" cy="0"/>
          <a:chOff x="0" y="0"/>
          <a:chExt cx="0" cy="0"/>
        </a:xfrm>
      </p:grpSpPr>
      <p:sp>
        <p:nvSpPr>
          <p:cNvPr id="302" name="Google Shape;302;p34"/>
          <p:cNvSpPr txBox="1">
            <a:spLocks noGrp="1"/>
          </p:cNvSpPr>
          <p:nvPr>
            <p:ph type="title"/>
          </p:nvPr>
        </p:nvSpPr>
        <p:spPr>
          <a:xfrm>
            <a:off x="406400" y="254849"/>
            <a:ext cx="11379300" cy="613800"/>
          </a:xfrm>
          <a:prstGeom prst="rect">
            <a:avLst/>
          </a:prstGeom>
          <a:noFill/>
          <a:ln>
            <a:noFill/>
          </a:ln>
        </p:spPr>
        <p:txBody>
          <a:bodyPr spcFirstLastPara="1" wrap="square" lIns="91425" tIns="45700" rIns="91425" bIns="45700" anchor="ctr" anchorCtr="0">
            <a:normAutofit/>
          </a:bodyPr>
          <a:lstStyle/>
          <a:p>
            <a:pPr lvl="0">
              <a:buSzPts val="2800"/>
            </a:pPr>
            <a:r>
              <a:rPr lang="en-US" dirty="0"/>
              <a:t>3. </a:t>
            </a:r>
            <a:r>
              <a:rPr lang="en-US" dirty="0" err="1"/>
              <a:t>Vòng</a:t>
            </a:r>
            <a:r>
              <a:rPr lang="en-US" dirty="0"/>
              <a:t> </a:t>
            </a:r>
            <a:r>
              <a:rPr lang="en-US" dirty="0" err="1"/>
              <a:t>tròn</a:t>
            </a:r>
            <a:r>
              <a:rPr lang="en-US" dirty="0"/>
              <a:t> </a:t>
            </a:r>
            <a:r>
              <a:rPr lang="en-US" dirty="0" err="1"/>
              <a:t>màu</a:t>
            </a:r>
            <a:r>
              <a:rPr lang="en-US" dirty="0"/>
              <a:t> </a:t>
            </a:r>
            <a:r>
              <a:rPr lang="en-US" dirty="0" err="1"/>
              <a:t>và</a:t>
            </a:r>
            <a:r>
              <a:rPr lang="en-US" dirty="0"/>
              <a:t> </a:t>
            </a:r>
            <a:r>
              <a:rPr lang="en-US" dirty="0" err="1"/>
              <a:t>phương</a:t>
            </a:r>
            <a:r>
              <a:rPr lang="en-US" dirty="0"/>
              <a:t> </a:t>
            </a:r>
            <a:r>
              <a:rPr lang="en-US" dirty="0" err="1"/>
              <a:t>pháp</a:t>
            </a:r>
            <a:r>
              <a:rPr lang="en-US" dirty="0"/>
              <a:t> </a:t>
            </a:r>
            <a:r>
              <a:rPr lang="en-US" dirty="0" err="1"/>
              <a:t>phối</a:t>
            </a:r>
            <a:r>
              <a:rPr lang="en-US" dirty="0"/>
              <a:t> </a:t>
            </a:r>
            <a:r>
              <a:rPr lang="en-US" dirty="0" err="1"/>
              <a:t>màu</a:t>
            </a:r>
            <a:endParaRPr dirty="0">
              <a:solidFill>
                <a:schemeClr val="dk2"/>
              </a:solidFill>
            </a:endParaRPr>
          </a:p>
        </p:txBody>
      </p:sp>
      <p:sp>
        <p:nvSpPr>
          <p:cNvPr id="303" name="Google Shape;303;p34"/>
          <p:cNvSpPr txBox="1"/>
          <p:nvPr/>
        </p:nvSpPr>
        <p:spPr>
          <a:xfrm>
            <a:off x="406399" y="1057564"/>
            <a:ext cx="4961667" cy="4093388"/>
          </a:xfrm>
          <a:prstGeom prst="rect">
            <a:avLst/>
          </a:prstGeom>
          <a:noFill/>
          <a:ln>
            <a:noFill/>
          </a:ln>
        </p:spPr>
        <p:txBody>
          <a:bodyPr spcFirstLastPara="1" wrap="square" lIns="91425" tIns="45700" rIns="91425" bIns="45700" anchor="t" anchorCtr="0">
            <a:spAutoFit/>
          </a:bodyPr>
          <a:lstStyle/>
          <a:p>
            <a:pPr marL="457200" marR="0" lvl="1" indent="0" algn="l" rtl="0">
              <a:lnSpc>
                <a:spcPct val="130000"/>
              </a:lnSpc>
              <a:spcBef>
                <a:spcPts val="0"/>
              </a:spcBef>
              <a:spcAft>
                <a:spcPts val="0"/>
              </a:spcAft>
              <a:buClr>
                <a:schemeClr val="accent1"/>
              </a:buClr>
              <a:buSzPts val="2800"/>
              <a:buFont typeface="Arial" panose="020B0604020202020204"/>
              <a:buNone/>
            </a:pPr>
            <a:r>
              <a:rPr lang="en-US" sz="2800" b="1" dirty="0">
                <a:solidFill>
                  <a:schemeClr val="dk1"/>
                </a:solidFill>
                <a:latin typeface="Calibri" panose="020F0502020204030204"/>
                <a:ea typeface="Calibri" panose="020F0502020204030204"/>
                <a:cs typeface="Calibri" panose="020F0502020204030204"/>
                <a:sym typeface="Calibri" panose="020F0502020204030204"/>
              </a:rPr>
              <a:t>3.4. Ba </a:t>
            </a:r>
            <a:r>
              <a:rPr lang="en-US" sz="2800" b="1" dirty="0" err="1">
                <a:solidFill>
                  <a:schemeClr val="dk1"/>
                </a:solidFill>
                <a:latin typeface="Calibri" panose="020F0502020204030204"/>
                <a:ea typeface="Calibri" panose="020F0502020204030204"/>
                <a:cs typeface="Calibri" panose="020F0502020204030204"/>
                <a:sym typeface="Calibri" panose="020F0502020204030204"/>
              </a:rPr>
              <a:t>bước</a:t>
            </a:r>
            <a:r>
              <a:rPr lang="en-US" sz="2800" b="1" dirty="0">
                <a:solidFill>
                  <a:schemeClr val="dk1"/>
                </a:solidFill>
                <a:latin typeface="Calibri" panose="020F0502020204030204"/>
                <a:ea typeface="Calibri" panose="020F0502020204030204"/>
                <a:cs typeface="Calibri" panose="020F0502020204030204"/>
                <a:sym typeface="Calibri" panose="020F0502020204030204"/>
              </a:rPr>
              <a:t> </a:t>
            </a:r>
            <a:r>
              <a:rPr lang="en-US" sz="2800" b="1" dirty="0" err="1">
                <a:solidFill>
                  <a:schemeClr val="dk1"/>
                </a:solidFill>
                <a:latin typeface="Calibri" panose="020F0502020204030204"/>
                <a:ea typeface="Calibri" panose="020F0502020204030204"/>
                <a:cs typeface="Calibri" panose="020F0502020204030204"/>
                <a:sym typeface="Calibri" panose="020F0502020204030204"/>
              </a:rPr>
              <a:t>chọn</a:t>
            </a:r>
            <a:r>
              <a:rPr lang="en-US" sz="2800" b="1" dirty="0">
                <a:solidFill>
                  <a:schemeClr val="dk1"/>
                </a:solidFill>
                <a:latin typeface="Calibri" panose="020F0502020204030204"/>
                <a:ea typeface="Calibri" panose="020F0502020204030204"/>
                <a:cs typeface="Calibri" panose="020F0502020204030204"/>
                <a:sym typeface="Calibri" panose="020F0502020204030204"/>
              </a:rPr>
              <a:t> </a:t>
            </a:r>
            <a:r>
              <a:rPr lang="en-US" sz="2800" b="1" dirty="0" err="1">
                <a:solidFill>
                  <a:schemeClr val="dk1"/>
                </a:solidFill>
                <a:latin typeface="Calibri" panose="020F0502020204030204"/>
                <a:ea typeface="Calibri" panose="020F0502020204030204"/>
                <a:cs typeface="Calibri" panose="020F0502020204030204"/>
                <a:sym typeface="Calibri" panose="020F0502020204030204"/>
              </a:rPr>
              <a:t>màu</a:t>
            </a:r>
            <a:r>
              <a:rPr lang="en-US" sz="2800" b="1" dirty="0">
                <a:solidFill>
                  <a:schemeClr val="dk1"/>
                </a:solidFill>
                <a:latin typeface="Calibri" panose="020F0502020204030204"/>
                <a:ea typeface="Calibri" panose="020F0502020204030204"/>
                <a:cs typeface="Calibri" panose="020F0502020204030204"/>
                <a:sym typeface="Calibri" panose="020F0502020204030204"/>
              </a:rPr>
              <a:t> </a:t>
            </a:r>
            <a:r>
              <a:rPr lang="en-US" sz="2800" b="1" dirty="0" err="1">
                <a:solidFill>
                  <a:schemeClr val="dk1"/>
                </a:solidFill>
                <a:latin typeface="Calibri" panose="020F0502020204030204"/>
                <a:ea typeface="Calibri" panose="020F0502020204030204"/>
                <a:cs typeface="Calibri" panose="020F0502020204030204"/>
                <a:sym typeface="Calibri" panose="020F0502020204030204"/>
              </a:rPr>
              <a:t>sắc</a:t>
            </a:r>
            <a:r>
              <a:rPr lang="en-US" sz="2800" b="1" dirty="0">
                <a:solidFill>
                  <a:schemeClr val="dk1"/>
                </a:solidFill>
                <a:latin typeface="Calibri" panose="020F0502020204030204"/>
                <a:ea typeface="Calibri" panose="020F0502020204030204"/>
                <a:cs typeface="Calibri" panose="020F0502020204030204"/>
                <a:sym typeface="Calibri" panose="020F0502020204030204"/>
              </a:rPr>
              <a:t> </a:t>
            </a:r>
            <a:r>
              <a:rPr lang="en-US" sz="2800" b="1" dirty="0" err="1">
                <a:solidFill>
                  <a:schemeClr val="dk1"/>
                </a:solidFill>
                <a:latin typeface="Calibri" panose="020F0502020204030204"/>
                <a:ea typeface="Calibri" panose="020F0502020204030204"/>
                <a:cs typeface="Calibri" panose="020F0502020204030204"/>
                <a:sym typeface="Calibri" panose="020F0502020204030204"/>
              </a:rPr>
              <a:t>cho</a:t>
            </a:r>
            <a:r>
              <a:rPr lang="en-US" sz="2800" b="1" dirty="0">
                <a:solidFill>
                  <a:schemeClr val="dk1"/>
                </a:solidFill>
                <a:latin typeface="Calibri" panose="020F0502020204030204"/>
                <a:ea typeface="Calibri" panose="020F0502020204030204"/>
                <a:cs typeface="Calibri" panose="020F0502020204030204"/>
                <a:sym typeface="Calibri" panose="020F0502020204030204"/>
              </a:rPr>
              <a:t> website</a:t>
            </a:r>
          </a:p>
          <a:p>
            <a:pPr marL="800100" lvl="1" indent="-342900">
              <a:lnSpc>
                <a:spcPct val="130000"/>
              </a:lnSpc>
              <a:buClr>
                <a:schemeClr val="accent1"/>
              </a:buClr>
              <a:buSzPts val="2800"/>
              <a:buFontTx/>
              <a:buChar char="-"/>
            </a:pPr>
            <a:r>
              <a:rPr lang="vi-VN" sz="2400" dirty="0">
                <a:solidFill>
                  <a:schemeClr val="dk1"/>
                </a:solidFill>
                <a:latin typeface="Calibri" panose="020F0502020204030204"/>
                <a:ea typeface="Calibri" panose="020F0502020204030204"/>
                <a:cs typeface="Calibri" panose="020F0502020204030204"/>
                <a:sym typeface="Calibri" panose="020F0502020204030204"/>
              </a:rPr>
              <a:t>Chọn màu sắc chủ đạo cho thương hiệu</a:t>
            </a:r>
          </a:p>
          <a:p>
            <a:pPr marL="800100" lvl="1" indent="-342900">
              <a:lnSpc>
                <a:spcPct val="130000"/>
              </a:lnSpc>
              <a:buClr>
                <a:schemeClr val="accent1"/>
              </a:buClr>
              <a:buSzPts val="2800"/>
              <a:buFontTx/>
              <a:buChar char="-"/>
            </a:pPr>
            <a:r>
              <a:rPr lang="vi-VN" sz="2400" dirty="0">
                <a:solidFill>
                  <a:schemeClr val="dk1"/>
                </a:solidFill>
                <a:latin typeface="Calibri" panose="020F0502020204030204"/>
                <a:ea typeface="Calibri" panose="020F0502020204030204"/>
                <a:cs typeface="Calibri" panose="020F0502020204030204"/>
                <a:sym typeface="Calibri" panose="020F0502020204030204"/>
              </a:rPr>
              <a:t>Chọn 1 – 2 màu điểm nhấn để tạo hệ thống màu cho website</a:t>
            </a:r>
          </a:p>
          <a:p>
            <a:pPr marL="800100" lvl="1" indent="-342900">
              <a:lnSpc>
                <a:spcPct val="130000"/>
              </a:lnSpc>
              <a:buClr>
                <a:schemeClr val="accent1"/>
              </a:buClr>
              <a:buSzPts val="2800"/>
              <a:buFontTx/>
              <a:buChar char="-"/>
            </a:pPr>
            <a:r>
              <a:rPr lang="vi-VN" sz="2400" dirty="0">
                <a:solidFill>
                  <a:schemeClr val="dk1"/>
                </a:solidFill>
                <a:latin typeface="Calibri" panose="020F0502020204030204"/>
                <a:ea typeface="Calibri" panose="020F0502020204030204"/>
                <a:cs typeface="Calibri" panose="020F0502020204030204"/>
                <a:sym typeface="Calibri" panose="020F0502020204030204"/>
              </a:rPr>
              <a:t>Chọn màu nền để hoàn thiện thiết kế  </a:t>
            </a:r>
            <a:endParaRPr sz="2400" i="0" u="none" strike="noStrike" cap="none" dirty="0">
              <a:solidFill>
                <a:schemeClr val="dk1"/>
              </a:solidFill>
              <a:latin typeface="Calibri" panose="020F0502020204030204"/>
              <a:ea typeface="Calibri" panose="020F0502020204030204"/>
              <a:cs typeface="Calibri" panose="020F0502020204030204"/>
              <a:sym typeface="Calibri" panose="020F0502020204030204"/>
            </a:endParaRPr>
          </a:p>
        </p:txBody>
      </p:sp>
      <p:graphicFrame>
        <p:nvGraphicFramePr>
          <p:cNvPr id="5" name="Diagram 4"/>
          <p:cNvGraphicFramePr/>
          <p:nvPr>
            <p:extLst>
              <p:ext uri="{D42A27DB-BD31-4B8C-83A1-F6EECF244321}">
                <p14:modId xmlns:p14="http://schemas.microsoft.com/office/powerpoint/2010/main" val="4109391118"/>
              </p:ext>
            </p:extLst>
          </p:nvPr>
        </p:nvGraphicFramePr>
        <p:xfrm>
          <a:off x="5927463" y="472239"/>
          <a:ext cx="5497158" cy="483128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44066402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301"/>
        <p:cNvGrpSpPr/>
        <p:nvPr/>
      </p:nvGrpSpPr>
      <p:grpSpPr>
        <a:xfrm>
          <a:off x="0" y="0"/>
          <a:ext cx="0" cy="0"/>
          <a:chOff x="0" y="0"/>
          <a:chExt cx="0" cy="0"/>
        </a:xfrm>
      </p:grpSpPr>
      <p:sp>
        <p:nvSpPr>
          <p:cNvPr id="302" name="Google Shape;302;p34"/>
          <p:cNvSpPr txBox="1">
            <a:spLocks noGrp="1"/>
          </p:cNvSpPr>
          <p:nvPr>
            <p:ph type="title"/>
          </p:nvPr>
        </p:nvSpPr>
        <p:spPr>
          <a:xfrm>
            <a:off x="406400" y="254849"/>
            <a:ext cx="11379300" cy="613800"/>
          </a:xfrm>
          <a:prstGeom prst="rect">
            <a:avLst/>
          </a:prstGeom>
          <a:noFill/>
          <a:ln>
            <a:noFill/>
          </a:ln>
        </p:spPr>
        <p:txBody>
          <a:bodyPr spcFirstLastPara="1" wrap="square" lIns="91425" tIns="45700" rIns="91425" bIns="45700" anchor="ctr" anchorCtr="0">
            <a:normAutofit/>
          </a:bodyPr>
          <a:lstStyle/>
          <a:p>
            <a:pPr lvl="0">
              <a:buSzPts val="2800"/>
            </a:pPr>
            <a:r>
              <a:rPr lang="en-US" dirty="0"/>
              <a:t>3. </a:t>
            </a:r>
            <a:r>
              <a:rPr lang="en-US" dirty="0" err="1"/>
              <a:t>Vòng</a:t>
            </a:r>
            <a:r>
              <a:rPr lang="en-US" dirty="0"/>
              <a:t> </a:t>
            </a:r>
            <a:r>
              <a:rPr lang="en-US" dirty="0" err="1"/>
              <a:t>tròn</a:t>
            </a:r>
            <a:r>
              <a:rPr lang="en-US" dirty="0"/>
              <a:t> </a:t>
            </a:r>
            <a:r>
              <a:rPr lang="en-US" dirty="0" err="1"/>
              <a:t>màu</a:t>
            </a:r>
            <a:r>
              <a:rPr lang="en-US" dirty="0"/>
              <a:t> </a:t>
            </a:r>
            <a:r>
              <a:rPr lang="en-US" dirty="0" err="1"/>
              <a:t>và</a:t>
            </a:r>
            <a:r>
              <a:rPr lang="en-US" dirty="0"/>
              <a:t> </a:t>
            </a:r>
            <a:r>
              <a:rPr lang="en-US" dirty="0" err="1"/>
              <a:t>phương</a:t>
            </a:r>
            <a:r>
              <a:rPr lang="en-US" dirty="0"/>
              <a:t> </a:t>
            </a:r>
            <a:r>
              <a:rPr lang="en-US" dirty="0" err="1"/>
              <a:t>pháp</a:t>
            </a:r>
            <a:r>
              <a:rPr lang="en-US" dirty="0"/>
              <a:t> </a:t>
            </a:r>
            <a:r>
              <a:rPr lang="en-US" dirty="0" err="1"/>
              <a:t>phối</a:t>
            </a:r>
            <a:r>
              <a:rPr lang="en-US" dirty="0"/>
              <a:t> </a:t>
            </a:r>
            <a:r>
              <a:rPr lang="en-US" dirty="0" err="1"/>
              <a:t>màu</a:t>
            </a:r>
            <a:endParaRPr dirty="0">
              <a:solidFill>
                <a:schemeClr val="dk2"/>
              </a:solidFill>
            </a:endParaRPr>
          </a:p>
        </p:txBody>
      </p:sp>
      <p:sp>
        <p:nvSpPr>
          <p:cNvPr id="303" name="Google Shape;303;p34"/>
          <p:cNvSpPr txBox="1"/>
          <p:nvPr/>
        </p:nvSpPr>
        <p:spPr>
          <a:xfrm>
            <a:off x="406398" y="1057564"/>
            <a:ext cx="5871739" cy="5453760"/>
          </a:xfrm>
          <a:prstGeom prst="rect">
            <a:avLst/>
          </a:prstGeom>
          <a:noFill/>
          <a:ln>
            <a:noFill/>
          </a:ln>
        </p:spPr>
        <p:txBody>
          <a:bodyPr spcFirstLastPara="1" wrap="square" lIns="91425" tIns="45700" rIns="91425" bIns="45700" anchor="t" anchorCtr="0">
            <a:spAutoFit/>
          </a:bodyPr>
          <a:lstStyle/>
          <a:p>
            <a:pPr marL="457200" marR="0" lvl="1" indent="0" algn="l" rtl="0">
              <a:lnSpc>
                <a:spcPct val="130000"/>
              </a:lnSpc>
              <a:spcBef>
                <a:spcPts val="0"/>
              </a:spcBef>
              <a:spcAft>
                <a:spcPts val="0"/>
              </a:spcAft>
              <a:buClr>
                <a:schemeClr val="accent1"/>
              </a:buClr>
              <a:buSzPts val="2800"/>
              <a:buFont typeface="Arial" panose="020B0604020202020204"/>
              <a:buNone/>
            </a:pPr>
            <a:r>
              <a:rPr lang="en-US" sz="2800" b="1" dirty="0">
                <a:solidFill>
                  <a:schemeClr val="dk1"/>
                </a:solidFill>
                <a:latin typeface="Calibri" panose="020F0502020204030204"/>
                <a:ea typeface="Calibri" panose="020F0502020204030204"/>
                <a:cs typeface="Calibri" panose="020F0502020204030204"/>
                <a:sym typeface="Calibri" panose="020F0502020204030204"/>
              </a:rPr>
              <a:t>3.4.1. </a:t>
            </a:r>
            <a:r>
              <a:rPr lang="en-US" sz="2800" b="1" dirty="0" err="1">
                <a:solidFill>
                  <a:schemeClr val="dk1"/>
                </a:solidFill>
                <a:latin typeface="Calibri" panose="020F0502020204030204"/>
                <a:ea typeface="Calibri" panose="020F0502020204030204"/>
                <a:cs typeface="Calibri" panose="020F0502020204030204"/>
                <a:sym typeface="Calibri" panose="020F0502020204030204"/>
              </a:rPr>
              <a:t>Chọn</a:t>
            </a:r>
            <a:r>
              <a:rPr lang="en-US" sz="2800" b="1" dirty="0">
                <a:solidFill>
                  <a:schemeClr val="dk1"/>
                </a:solidFill>
                <a:latin typeface="Calibri" panose="020F0502020204030204"/>
                <a:ea typeface="Calibri" panose="020F0502020204030204"/>
                <a:cs typeface="Calibri" panose="020F0502020204030204"/>
                <a:sym typeface="Calibri" panose="020F0502020204030204"/>
              </a:rPr>
              <a:t> </a:t>
            </a:r>
            <a:r>
              <a:rPr lang="en-US" sz="2800" b="1" dirty="0" err="1">
                <a:solidFill>
                  <a:schemeClr val="dk1"/>
                </a:solidFill>
                <a:latin typeface="Calibri" panose="020F0502020204030204"/>
                <a:ea typeface="Calibri" panose="020F0502020204030204"/>
                <a:cs typeface="Calibri" panose="020F0502020204030204"/>
                <a:sym typeface="Calibri" panose="020F0502020204030204"/>
              </a:rPr>
              <a:t>màu</a:t>
            </a:r>
            <a:r>
              <a:rPr lang="en-US" sz="2800" b="1" dirty="0">
                <a:solidFill>
                  <a:schemeClr val="dk1"/>
                </a:solidFill>
                <a:latin typeface="Calibri" panose="020F0502020204030204"/>
                <a:ea typeface="Calibri" panose="020F0502020204030204"/>
                <a:cs typeface="Calibri" panose="020F0502020204030204"/>
                <a:sym typeface="Calibri" panose="020F0502020204030204"/>
              </a:rPr>
              <a:t> </a:t>
            </a:r>
            <a:r>
              <a:rPr lang="en-US" sz="2800" b="1" dirty="0" err="1">
                <a:solidFill>
                  <a:schemeClr val="dk1"/>
                </a:solidFill>
                <a:latin typeface="Calibri" panose="020F0502020204030204"/>
                <a:ea typeface="Calibri" panose="020F0502020204030204"/>
                <a:cs typeface="Calibri" panose="020F0502020204030204"/>
                <a:sym typeface="Calibri" panose="020F0502020204030204"/>
              </a:rPr>
              <a:t>chủ</a:t>
            </a:r>
            <a:r>
              <a:rPr lang="en-US" sz="2800" b="1" dirty="0">
                <a:solidFill>
                  <a:schemeClr val="dk1"/>
                </a:solidFill>
                <a:latin typeface="Calibri" panose="020F0502020204030204"/>
                <a:ea typeface="Calibri" panose="020F0502020204030204"/>
                <a:cs typeface="Calibri" panose="020F0502020204030204"/>
                <a:sym typeface="Calibri" panose="020F0502020204030204"/>
              </a:rPr>
              <a:t> </a:t>
            </a:r>
            <a:r>
              <a:rPr lang="en-US" sz="2800" b="1" dirty="0" err="1">
                <a:solidFill>
                  <a:schemeClr val="dk1"/>
                </a:solidFill>
                <a:latin typeface="Calibri" panose="020F0502020204030204"/>
                <a:ea typeface="Calibri" panose="020F0502020204030204"/>
                <a:cs typeface="Calibri" panose="020F0502020204030204"/>
                <a:sym typeface="Calibri" panose="020F0502020204030204"/>
              </a:rPr>
              <a:t>đạo</a:t>
            </a:r>
            <a:endParaRPr lang="en-US" sz="2800" b="1" dirty="0">
              <a:solidFill>
                <a:schemeClr val="dk1"/>
              </a:solidFill>
              <a:latin typeface="Calibri" panose="020F0502020204030204"/>
              <a:ea typeface="Calibri" panose="020F0502020204030204"/>
              <a:cs typeface="Calibri" panose="020F0502020204030204"/>
              <a:sym typeface="Calibri" panose="020F0502020204030204"/>
            </a:endParaRPr>
          </a:p>
          <a:p>
            <a:pPr marL="800100" lvl="1" indent="-342900">
              <a:lnSpc>
                <a:spcPct val="130000"/>
              </a:lnSpc>
              <a:buClr>
                <a:schemeClr val="accent1"/>
              </a:buClr>
              <a:buSzPts val="2800"/>
              <a:buFontTx/>
              <a:buChar char="-"/>
            </a:pPr>
            <a:r>
              <a:rPr lang="vi-VN" sz="2400" dirty="0">
                <a:solidFill>
                  <a:schemeClr val="dk1"/>
                </a:solidFill>
                <a:latin typeface="Calibri" panose="020F0502020204030204"/>
                <a:ea typeface="Calibri" panose="020F0502020204030204"/>
                <a:cs typeface="Calibri" panose="020F0502020204030204"/>
                <a:sym typeface="Calibri" panose="020F0502020204030204"/>
              </a:rPr>
              <a:t>Màu sắc chủ đạo là màu sắc thương hiệu của bạn  </a:t>
            </a:r>
            <a:endParaRPr lang="en-US" sz="2400" dirty="0">
              <a:solidFill>
                <a:schemeClr val="dk1"/>
              </a:solidFill>
              <a:latin typeface="Calibri" panose="020F0502020204030204"/>
              <a:ea typeface="Calibri" panose="020F0502020204030204"/>
              <a:cs typeface="Calibri" panose="020F0502020204030204"/>
              <a:sym typeface="Calibri" panose="020F0502020204030204"/>
            </a:endParaRPr>
          </a:p>
          <a:p>
            <a:pPr marL="800100" lvl="1" indent="-342900">
              <a:lnSpc>
                <a:spcPct val="130000"/>
              </a:lnSpc>
              <a:buClr>
                <a:schemeClr val="accent1"/>
              </a:buClr>
              <a:buSzPts val="2800"/>
              <a:buFontTx/>
              <a:buChar char="-"/>
            </a:pPr>
            <a:r>
              <a:rPr lang="vi-VN" sz="2400" dirty="0">
                <a:solidFill>
                  <a:schemeClr val="dk1"/>
                </a:solidFill>
                <a:latin typeface="Calibri" panose="020F0502020204030204"/>
                <a:ea typeface="Calibri" panose="020F0502020204030204"/>
                <a:cs typeface="Calibri" panose="020F0502020204030204"/>
                <a:sym typeface="Calibri" panose="020F0502020204030204"/>
              </a:rPr>
              <a:t>Màu này sẽ giúp mang lại cảm xúc nhất định khi người xem truy cập vào trang we</a:t>
            </a:r>
            <a:r>
              <a:rPr lang="en-US" sz="2400" dirty="0">
                <a:solidFill>
                  <a:schemeClr val="dk1"/>
                </a:solidFill>
                <a:latin typeface="Calibri" panose="020F0502020204030204"/>
                <a:ea typeface="Calibri" panose="020F0502020204030204"/>
                <a:cs typeface="Calibri" panose="020F0502020204030204"/>
                <a:sym typeface="Calibri" panose="020F0502020204030204"/>
              </a:rPr>
              <a:t>b </a:t>
            </a:r>
            <a:r>
              <a:rPr lang="en-US" sz="2400" dirty="0" err="1">
                <a:solidFill>
                  <a:schemeClr val="dk1"/>
                </a:solidFill>
                <a:latin typeface="Calibri" panose="020F0502020204030204"/>
                <a:ea typeface="Calibri" panose="020F0502020204030204"/>
                <a:cs typeface="Calibri" panose="020F0502020204030204"/>
                <a:sym typeface="Calibri" panose="020F0502020204030204"/>
              </a:rPr>
              <a:t>của</a:t>
            </a:r>
            <a:r>
              <a:rPr lang="en-US" sz="2400" dirty="0">
                <a:solidFill>
                  <a:schemeClr val="dk1"/>
                </a:solidFill>
                <a:latin typeface="Calibri" panose="020F0502020204030204"/>
                <a:ea typeface="Calibri" panose="020F0502020204030204"/>
                <a:cs typeface="Calibri" panose="020F0502020204030204"/>
                <a:sym typeface="Calibri" panose="020F0502020204030204"/>
              </a:rPr>
              <a:t> </a:t>
            </a:r>
            <a:r>
              <a:rPr lang="en-US" sz="2400" dirty="0" err="1">
                <a:solidFill>
                  <a:schemeClr val="dk1"/>
                </a:solidFill>
                <a:latin typeface="Calibri" panose="020F0502020204030204"/>
                <a:ea typeface="Calibri" panose="020F0502020204030204"/>
                <a:cs typeface="Calibri" panose="020F0502020204030204"/>
                <a:sym typeface="Calibri" panose="020F0502020204030204"/>
              </a:rPr>
              <a:t>bạn</a:t>
            </a:r>
            <a:endParaRPr lang="en-US" sz="2400" dirty="0">
              <a:solidFill>
                <a:schemeClr val="dk1"/>
              </a:solidFill>
              <a:latin typeface="Calibri" panose="020F0502020204030204"/>
              <a:ea typeface="Calibri" panose="020F0502020204030204"/>
              <a:cs typeface="Calibri" panose="020F0502020204030204"/>
              <a:sym typeface="Calibri" panose="020F0502020204030204"/>
            </a:endParaRPr>
          </a:p>
          <a:p>
            <a:pPr marL="800100" lvl="1" indent="-342900">
              <a:lnSpc>
                <a:spcPct val="130000"/>
              </a:lnSpc>
              <a:buClr>
                <a:schemeClr val="accent1"/>
              </a:buClr>
              <a:buSzPts val="2800"/>
              <a:buFontTx/>
              <a:buChar char="-"/>
            </a:pPr>
            <a:r>
              <a:rPr lang="vi-VN" sz="2400" dirty="0">
                <a:solidFill>
                  <a:schemeClr val="dk1"/>
                </a:solidFill>
                <a:latin typeface="Calibri" panose="020F0502020204030204"/>
                <a:ea typeface="Calibri" panose="020F0502020204030204"/>
                <a:cs typeface="Calibri" panose="020F0502020204030204"/>
                <a:sym typeface="Calibri" panose="020F0502020204030204"/>
              </a:rPr>
              <a:t>Đây là màu sắc mà bạn muốn người xem nhớ khi họ nghĩ về bạn</a:t>
            </a:r>
            <a:endParaRPr lang="en-US" sz="2400" dirty="0">
              <a:solidFill>
                <a:schemeClr val="dk1"/>
              </a:solidFill>
              <a:latin typeface="Calibri" panose="020F0502020204030204"/>
              <a:ea typeface="Calibri" panose="020F0502020204030204"/>
              <a:cs typeface="Calibri" panose="020F0502020204030204"/>
              <a:sym typeface="Calibri" panose="020F0502020204030204"/>
            </a:endParaRPr>
          </a:p>
          <a:p>
            <a:pPr marL="800100" lvl="1" indent="-342900">
              <a:lnSpc>
                <a:spcPct val="130000"/>
              </a:lnSpc>
              <a:buClr>
                <a:schemeClr val="accent1"/>
              </a:buClr>
              <a:buSzPts val="2800"/>
              <a:buFontTx/>
              <a:buChar char="-"/>
            </a:pPr>
            <a:r>
              <a:rPr lang="en-US" sz="2400" dirty="0" err="1">
                <a:solidFill>
                  <a:schemeClr val="dk1"/>
                </a:solidFill>
                <a:latin typeface="Calibri" panose="020F0502020204030204"/>
                <a:ea typeface="Calibri" panose="020F0502020204030204"/>
                <a:cs typeface="Calibri" panose="020F0502020204030204"/>
                <a:sym typeface="Calibri" panose="020F0502020204030204"/>
              </a:rPr>
              <a:t>Nếu</a:t>
            </a:r>
            <a:r>
              <a:rPr lang="en-US" sz="2400" dirty="0">
                <a:solidFill>
                  <a:schemeClr val="dk1"/>
                </a:solidFill>
                <a:latin typeface="Calibri" panose="020F0502020204030204"/>
                <a:ea typeface="Calibri" panose="020F0502020204030204"/>
                <a:cs typeface="Calibri" panose="020F0502020204030204"/>
                <a:sym typeface="Calibri" panose="020F0502020204030204"/>
              </a:rPr>
              <a:t> </a:t>
            </a:r>
            <a:r>
              <a:rPr lang="en-US" sz="2400" dirty="0" err="1">
                <a:solidFill>
                  <a:schemeClr val="dk1"/>
                </a:solidFill>
                <a:latin typeface="Calibri" panose="020F0502020204030204"/>
                <a:ea typeface="Calibri" panose="020F0502020204030204"/>
                <a:cs typeface="Calibri" panose="020F0502020204030204"/>
                <a:sym typeface="Calibri" panose="020F0502020204030204"/>
              </a:rPr>
              <a:t>bạn</a:t>
            </a:r>
            <a:r>
              <a:rPr lang="en-US" sz="2400" dirty="0">
                <a:solidFill>
                  <a:schemeClr val="dk1"/>
                </a:solidFill>
                <a:latin typeface="Calibri" panose="020F0502020204030204"/>
                <a:ea typeface="Calibri" panose="020F0502020204030204"/>
                <a:cs typeface="Calibri" panose="020F0502020204030204"/>
                <a:sym typeface="Calibri" panose="020F0502020204030204"/>
              </a:rPr>
              <a:t> </a:t>
            </a:r>
            <a:r>
              <a:rPr lang="en-US" sz="2400" dirty="0" err="1">
                <a:solidFill>
                  <a:schemeClr val="dk1"/>
                </a:solidFill>
                <a:latin typeface="Calibri" panose="020F0502020204030204"/>
                <a:ea typeface="Calibri" panose="020F0502020204030204"/>
                <a:cs typeface="Calibri" panose="020F0502020204030204"/>
                <a:sym typeface="Calibri" panose="020F0502020204030204"/>
              </a:rPr>
              <a:t>đã</a:t>
            </a:r>
            <a:r>
              <a:rPr lang="en-US" sz="2400" dirty="0">
                <a:solidFill>
                  <a:schemeClr val="dk1"/>
                </a:solidFill>
                <a:latin typeface="Calibri" panose="020F0502020204030204"/>
                <a:ea typeface="Calibri" panose="020F0502020204030204"/>
                <a:cs typeface="Calibri" panose="020F0502020204030204"/>
                <a:sym typeface="Calibri" panose="020F0502020204030204"/>
              </a:rPr>
              <a:t> </a:t>
            </a:r>
            <a:r>
              <a:rPr lang="en-US" sz="2400" dirty="0" err="1">
                <a:solidFill>
                  <a:schemeClr val="dk1"/>
                </a:solidFill>
                <a:latin typeface="Calibri" panose="020F0502020204030204"/>
                <a:ea typeface="Calibri" panose="020F0502020204030204"/>
                <a:cs typeface="Calibri" panose="020F0502020204030204"/>
                <a:sym typeface="Calibri" panose="020F0502020204030204"/>
              </a:rPr>
              <a:t>có</a:t>
            </a:r>
            <a:r>
              <a:rPr lang="en-US" sz="2400" dirty="0">
                <a:solidFill>
                  <a:schemeClr val="dk1"/>
                </a:solidFill>
                <a:latin typeface="Calibri" panose="020F0502020204030204"/>
                <a:ea typeface="Calibri" panose="020F0502020204030204"/>
                <a:cs typeface="Calibri" panose="020F0502020204030204"/>
                <a:sym typeface="Calibri" panose="020F0502020204030204"/>
              </a:rPr>
              <a:t> </a:t>
            </a:r>
            <a:r>
              <a:rPr lang="en-US" sz="2400" dirty="0" err="1">
                <a:solidFill>
                  <a:schemeClr val="dk1"/>
                </a:solidFill>
                <a:latin typeface="Calibri" panose="020F0502020204030204"/>
                <a:ea typeface="Calibri" panose="020F0502020204030204"/>
                <a:cs typeface="Calibri" panose="020F0502020204030204"/>
                <a:sym typeface="Calibri" panose="020F0502020204030204"/>
              </a:rPr>
              <a:t>sẵn</a:t>
            </a:r>
            <a:r>
              <a:rPr lang="en-US" sz="2400" dirty="0">
                <a:solidFill>
                  <a:schemeClr val="dk1"/>
                </a:solidFill>
                <a:latin typeface="Calibri" panose="020F0502020204030204"/>
                <a:ea typeface="Calibri" panose="020F0502020204030204"/>
                <a:cs typeface="Calibri" panose="020F0502020204030204"/>
                <a:sym typeface="Calibri" panose="020F0502020204030204"/>
              </a:rPr>
              <a:t> </a:t>
            </a:r>
            <a:r>
              <a:rPr lang="en-US" sz="2400" dirty="0" err="1">
                <a:solidFill>
                  <a:schemeClr val="dk1"/>
                </a:solidFill>
                <a:latin typeface="Calibri" panose="020F0502020204030204"/>
                <a:ea typeface="Calibri" panose="020F0502020204030204"/>
                <a:cs typeface="Calibri" panose="020F0502020204030204"/>
                <a:sym typeface="Calibri" panose="020F0502020204030204"/>
              </a:rPr>
              <a:t>một</a:t>
            </a:r>
            <a:r>
              <a:rPr lang="en-US" sz="2400" dirty="0">
                <a:solidFill>
                  <a:schemeClr val="dk1"/>
                </a:solidFill>
                <a:latin typeface="Calibri" panose="020F0502020204030204"/>
                <a:ea typeface="Calibri" panose="020F0502020204030204"/>
                <a:cs typeface="Calibri" panose="020F0502020204030204"/>
                <a:sym typeface="Calibri" panose="020F0502020204030204"/>
              </a:rPr>
              <a:t> logo, </a:t>
            </a:r>
            <a:r>
              <a:rPr lang="en-US" sz="2400" dirty="0" err="1">
                <a:solidFill>
                  <a:schemeClr val="dk1"/>
                </a:solidFill>
                <a:latin typeface="Calibri" panose="020F0502020204030204"/>
                <a:ea typeface="Calibri" panose="020F0502020204030204"/>
                <a:cs typeface="Calibri" panose="020F0502020204030204"/>
                <a:sym typeface="Calibri" panose="020F0502020204030204"/>
              </a:rPr>
              <a:t>chắc</a:t>
            </a:r>
            <a:r>
              <a:rPr lang="en-US" sz="2400" dirty="0">
                <a:solidFill>
                  <a:schemeClr val="dk1"/>
                </a:solidFill>
                <a:latin typeface="Calibri" panose="020F0502020204030204"/>
                <a:ea typeface="Calibri" panose="020F0502020204030204"/>
                <a:cs typeface="Calibri" panose="020F0502020204030204"/>
                <a:sym typeface="Calibri" panose="020F0502020204030204"/>
              </a:rPr>
              <a:t> </a:t>
            </a:r>
            <a:r>
              <a:rPr lang="en-US" sz="2400" dirty="0" err="1">
                <a:solidFill>
                  <a:schemeClr val="dk1"/>
                </a:solidFill>
                <a:latin typeface="Calibri" panose="020F0502020204030204"/>
                <a:ea typeface="Calibri" panose="020F0502020204030204"/>
                <a:cs typeface="Calibri" panose="020F0502020204030204"/>
                <a:sym typeface="Calibri" panose="020F0502020204030204"/>
              </a:rPr>
              <a:t>chắn</a:t>
            </a:r>
            <a:r>
              <a:rPr lang="en-US" sz="2400" dirty="0">
                <a:solidFill>
                  <a:schemeClr val="dk1"/>
                </a:solidFill>
                <a:latin typeface="Calibri" panose="020F0502020204030204"/>
                <a:ea typeface="Calibri" panose="020F0502020204030204"/>
                <a:cs typeface="Calibri" panose="020F0502020204030204"/>
                <a:sym typeface="Calibri" panose="020F0502020204030204"/>
              </a:rPr>
              <a:t> </a:t>
            </a:r>
            <a:r>
              <a:rPr lang="en-US" sz="2400" dirty="0" err="1">
                <a:solidFill>
                  <a:schemeClr val="dk1"/>
                </a:solidFill>
                <a:latin typeface="Calibri" panose="020F0502020204030204"/>
                <a:ea typeface="Calibri" panose="020F0502020204030204"/>
                <a:cs typeface="Calibri" panose="020F0502020204030204"/>
                <a:sym typeface="Calibri" panose="020F0502020204030204"/>
              </a:rPr>
              <a:t>rằng</a:t>
            </a:r>
            <a:r>
              <a:rPr lang="en-US" sz="2400" dirty="0">
                <a:solidFill>
                  <a:schemeClr val="dk1"/>
                </a:solidFill>
                <a:latin typeface="Calibri" panose="020F0502020204030204"/>
                <a:ea typeface="Calibri" panose="020F0502020204030204"/>
                <a:cs typeface="Calibri" panose="020F0502020204030204"/>
                <a:sym typeface="Calibri" panose="020F0502020204030204"/>
              </a:rPr>
              <a:t> </a:t>
            </a:r>
            <a:r>
              <a:rPr lang="en-US" sz="2400" dirty="0" err="1">
                <a:solidFill>
                  <a:schemeClr val="dk1"/>
                </a:solidFill>
                <a:latin typeface="Calibri" panose="020F0502020204030204"/>
                <a:ea typeface="Calibri" panose="020F0502020204030204"/>
                <a:cs typeface="Calibri" panose="020F0502020204030204"/>
                <a:sym typeface="Calibri" panose="020F0502020204030204"/>
              </a:rPr>
              <a:t>một</a:t>
            </a:r>
            <a:r>
              <a:rPr lang="en-US" sz="2400" dirty="0">
                <a:solidFill>
                  <a:schemeClr val="dk1"/>
                </a:solidFill>
                <a:latin typeface="Calibri" panose="020F0502020204030204"/>
                <a:ea typeface="Calibri" panose="020F0502020204030204"/>
                <a:cs typeface="Calibri" panose="020F0502020204030204"/>
                <a:sym typeface="Calibri" panose="020F0502020204030204"/>
              </a:rPr>
              <a:t> </a:t>
            </a:r>
            <a:r>
              <a:rPr lang="en-US" sz="2400" dirty="0" err="1">
                <a:solidFill>
                  <a:schemeClr val="dk1"/>
                </a:solidFill>
                <a:latin typeface="Calibri" panose="020F0502020204030204"/>
                <a:ea typeface="Calibri" panose="020F0502020204030204"/>
                <a:cs typeface="Calibri" panose="020F0502020204030204"/>
                <a:sym typeface="Calibri" panose="020F0502020204030204"/>
              </a:rPr>
              <a:t>trong</a:t>
            </a:r>
            <a:r>
              <a:rPr lang="en-US" sz="2400" dirty="0">
                <a:solidFill>
                  <a:schemeClr val="dk1"/>
                </a:solidFill>
                <a:latin typeface="Calibri" panose="020F0502020204030204"/>
                <a:ea typeface="Calibri" panose="020F0502020204030204"/>
                <a:cs typeface="Calibri" panose="020F0502020204030204"/>
                <a:sym typeface="Calibri" panose="020F0502020204030204"/>
              </a:rPr>
              <a:t> </a:t>
            </a:r>
            <a:r>
              <a:rPr lang="en-US" sz="2400" dirty="0" err="1">
                <a:solidFill>
                  <a:schemeClr val="dk1"/>
                </a:solidFill>
                <a:latin typeface="Calibri" panose="020F0502020204030204"/>
                <a:ea typeface="Calibri" panose="020F0502020204030204"/>
                <a:cs typeface="Calibri" panose="020F0502020204030204"/>
                <a:sym typeface="Calibri" panose="020F0502020204030204"/>
              </a:rPr>
              <a:t>những</a:t>
            </a:r>
            <a:r>
              <a:rPr lang="en-US" sz="2400" dirty="0">
                <a:solidFill>
                  <a:schemeClr val="dk1"/>
                </a:solidFill>
                <a:latin typeface="Calibri" panose="020F0502020204030204"/>
                <a:ea typeface="Calibri" panose="020F0502020204030204"/>
                <a:cs typeface="Calibri" panose="020F0502020204030204"/>
                <a:sym typeface="Calibri" panose="020F0502020204030204"/>
              </a:rPr>
              <a:t> </a:t>
            </a:r>
            <a:r>
              <a:rPr lang="en-US" sz="2400" dirty="0" err="1">
                <a:solidFill>
                  <a:schemeClr val="dk1"/>
                </a:solidFill>
                <a:latin typeface="Calibri" panose="020F0502020204030204"/>
                <a:ea typeface="Calibri" panose="020F0502020204030204"/>
                <a:cs typeface="Calibri" panose="020F0502020204030204"/>
                <a:sym typeface="Calibri" panose="020F0502020204030204"/>
              </a:rPr>
              <a:t>màu</a:t>
            </a:r>
            <a:r>
              <a:rPr lang="en-US" sz="2400" dirty="0">
                <a:solidFill>
                  <a:schemeClr val="dk1"/>
                </a:solidFill>
                <a:latin typeface="Calibri" panose="020F0502020204030204"/>
                <a:ea typeface="Calibri" panose="020F0502020204030204"/>
                <a:cs typeface="Calibri" panose="020F0502020204030204"/>
                <a:sym typeface="Calibri" panose="020F0502020204030204"/>
              </a:rPr>
              <a:t> </a:t>
            </a:r>
            <a:r>
              <a:rPr lang="en-US" sz="2400" dirty="0" err="1">
                <a:solidFill>
                  <a:schemeClr val="dk1"/>
                </a:solidFill>
                <a:latin typeface="Calibri" panose="020F0502020204030204"/>
                <a:ea typeface="Calibri" panose="020F0502020204030204"/>
                <a:cs typeface="Calibri" panose="020F0502020204030204"/>
                <a:sym typeface="Calibri" panose="020F0502020204030204"/>
              </a:rPr>
              <a:t>chính</a:t>
            </a:r>
            <a:r>
              <a:rPr lang="en-US" sz="2400" dirty="0">
                <a:solidFill>
                  <a:schemeClr val="dk1"/>
                </a:solidFill>
                <a:latin typeface="Calibri" panose="020F0502020204030204"/>
                <a:ea typeface="Calibri" panose="020F0502020204030204"/>
                <a:cs typeface="Calibri" panose="020F0502020204030204"/>
                <a:sym typeface="Calibri" panose="020F0502020204030204"/>
              </a:rPr>
              <a:t> </a:t>
            </a:r>
            <a:r>
              <a:rPr lang="en-US" sz="2400" dirty="0" err="1">
                <a:solidFill>
                  <a:schemeClr val="dk1"/>
                </a:solidFill>
                <a:latin typeface="Calibri" panose="020F0502020204030204"/>
                <a:ea typeface="Calibri" panose="020F0502020204030204"/>
                <a:cs typeface="Calibri" panose="020F0502020204030204"/>
                <a:sym typeface="Calibri" panose="020F0502020204030204"/>
              </a:rPr>
              <a:t>của</a:t>
            </a:r>
            <a:r>
              <a:rPr lang="en-US" sz="2400" dirty="0">
                <a:solidFill>
                  <a:schemeClr val="dk1"/>
                </a:solidFill>
                <a:latin typeface="Calibri" panose="020F0502020204030204"/>
                <a:ea typeface="Calibri" panose="020F0502020204030204"/>
                <a:cs typeface="Calibri" panose="020F0502020204030204"/>
                <a:sym typeface="Calibri" panose="020F0502020204030204"/>
              </a:rPr>
              <a:t> logo </a:t>
            </a:r>
            <a:r>
              <a:rPr lang="en-US" sz="2400" dirty="0" err="1">
                <a:solidFill>
                  <a:schemeClr val="dk1"/>
                </a:solidFill>
                <a:latin typeface="Calibri" panose="020F0502020204030204"/>
                <a:ea typeface="Calibri" panose="020F0502020204030204"/>
                <a:cs typeface="Calibri" panose="020F0502020204030204"/>
                <a:sym typeface="Calibri" panose="020F0502020204030204"/>
              </a:rPr>
              <a:t>đang</a:t>
            </a:r>
            <a:r>
              <a:rPr lang="en-US" sz="2400" dirty="0">
                <a:solidFill>
                  <a:schemeClr val="dk1"/>
                </a:solidFill>
                <a:latin typeface="Calibri" panose="020F0502020204030204"/>
                <a:ea typeface="Calibri" panose="020F0502020204030204"/>
                <a:cs typeface="Calibri" panose="020F0502020204030204"/>
                <a:sym typeface="Calibri" panose="020F0502020204030204"/>
              </a:rPr>
              <a:t> </a:t>
            </a:r>
            <a:r>
              <a:rPr lang="en-US" sz="2400" dirty="0" err="1">
                <a:solidFill>
                  <a:schemeClr val="dk1"/>
                </a:solidFill>
                <a:latin typeface="Calibri" panose="020F0502020204030204"/>
                <a:ea typeface="Calibri" panose="020F0502020204030204"/>
                <a:cs typeface="Calibri" panose="020F0502020204030204"/>
                <a:sym typeface="Calibri" panose="020F0502020204030204"/>
              </a:rPr>
              <a:t>sử</a:t>
            </a:r>
            <a:r>
              <a:rPr lang="en-US" sz="2400" dirty="0">
                <a:solidFill>
                  <a:schemeClr val="dk1"/>
                </a:solidFill>
                <a:latin typeface="Calibri" panose="020F0502020204030204"/>
                <a:ea typeface="Calibri" panose="020F0502020204030204"/>
                <a:cs typeface="Calibri" panose="020F0502020204030204"/>
                <a:sym typeface="Calibri" panose="020F0502020204030204"/>
              </a:rPr>
              <a:t> </a:t>
            </a:r>
            <a:r>
              <a:rPr lang="en-US" sz="2400" dirty="0" err="1">
                <a:solidFill>
                  <a:schemeClr val="dk1"/>
                </a:solidFill>
                <a:latin typeface="Calibri" panose="020F0502020204030204"/>
                <a:ea typeface="Calibri" panose="020F0502020204030204"/>
                <a:cs typeface="Calibri" panose="020F0502020204030204"/>
                <a:sym typeface="Calibri" panose="020F0502020204030204"/>
              </a:rPr>
              <a:t>dụng</a:t>
            </a:r>
            <a:r>
              <a:rPr lang="en-US" sz="2400" dirty="0">
                <a:solidFill>
                  <a:schemeClr val="dk1"/>
                </a:solidFill>
                <a:latin typeface="Calibri" panose="020F0502020204030204"/>
                <a:ea typeface="Calibri" panose="020F0502020204030204"/>
                <a:cs typeface="Calibri" panose="020F0502020204030204"/>
                <a:sym typeface="Calibri" panose="020F0502020204030204"/>
              </a:rPr>
              <a:t> </a:t>
            </a:r>
            <a:r>
              <a:rPr lang="en-US" sz="2400" dirty="0" err="1">
                <a:solidFill>
                  <a:schemeClr val="dk1"/>
                </a:solidFill>
                <a:latin typeface="Calibri" panose="020F0502020204030204"/>
                <a:ea typeface="Calibri" panose="020F0502020204030204"/>
                <a:cs typeface="Calibri" panose="020F0502020204030204"/>
                <a:sym typeface="Calibri" panose="020F0502020204030204"/>
              </a:rPr>
              <a:t>sẽ</a:t>
            </a:r>
            <a:r>
              <a:rPr lang="en-US" sz="2400" dirty="0">
                <a:solidFill>
                  <a:schemeClr val="dk1"/>
                </a:solidFill>
                <a:latin typeface="Calibri" panose="020F0502020204030204"/>
                <a:ea typeface="Calibri" panose="020F0502020204030204"/>
                <a:cs typeface="Calibri" panose="020F0502020204030204"/>
                <a:sym typeface="Calibri" panose="020F0502020204030204"/>
              </a:rPr>
              <a:t> </a:t>
            </a:r>
            <a:r>
              <a:rPr lang="en-US" sz="2400" dirty="0" err="1">
                <a:solidFill>
                  <a:schemeClr val="dk1"/>
                </a:solidFill>
                <a:latin typeface="Calibri" panose="020F0502020204030204"/>
                <a:ea typeface="Calibri" panose="020F0502020204030204"/>
                <a:cs typeface="Calibri" panose="020F0502020204030204"/>
                <a:sym typeface="Calibri" panose="020F0502020204030204"/>
              </a:rPr>
              <a:t>là</a:t>
            </a:r>
            <a:r>
              <a:rPr lang="en-US" sz="2400" dirty="0">
                <a:solidFill>
                  <a:schemeClr val="dk1"/>
                </a:solidFill>
                <a:latin typeface="Calibri" panose="020F0502020204030204"/>
                <a:ea typeface="Calibri" panose="020F0502020204030204"/>
                <a:cs typeface="Calibri" panose="020F0502020204030204"/>
                <a:sym typeface="Calibri" panose="020F0502020204030204"/>
              </a:rPr>
              <a:t> </a:t>
            </a:r>
            <a:r>
              <a:rPr lang="en-US" sz="2400" dirty="0" err="1">
                <a:solidFill>
                  <a:schemeClr val="dk1"/>
                </a:solidFill>
                <a:latin typeface="Calibri" panose="020F0502020204030204"/>
                <a:ea typeface="Calibri" panose="020F0502020204030204"/>
                <a:cs typeface="Calibri" panose="020F0502020204030204"/>
                <a:sym typeface="Calibri" panose="020F0502020204030204"/>
              </a:rPr>
              <a:t>màu</a:t>
            </a:r>
            <a:r>
              <a:rPr lang="en-US" sz="2400" dirty="0">
                <a:solidFill>
                  <a:schemeClr val="dk1"/>
                </a:solidFill>
                <a:latin typeface="Calibri" panose="020F0502020204030204"/>
                <a:ea typeface="Calibri" panose="020F0502020204030204"/>
                <a:cs typeface="Calibri" panose="020F0502020204030204"/>
                <a:sym typeface="Calibri" panose="020F0502020204030204"/>
              </a:rPr>
              <a:t> </a:t>
            </a:r>
            <a:r>
              <a:rPr lang="en-US" sz="2400" dirty="0" err="1">
                <a:solidFill>
                  <a:schemeClr val="dk1"/>
                </a:solidFill>
                <a:latin typeface="Calibri" panose="020F0502020204030204"/>
                <a:ea typeface="Calibri" panose="020F0502020204030204"/>
                <a:cs typeface="Calibri" panose="020F0502020204030204"/>
                <a:sym typeface="Calibri" panose="020F0502020204030204"/>
              </a:rPr>
              <a:t>chủ</a:t>
            </a:r>
            <a:r>
              <a:rPr lang="en-US" sz="2400" dirty="0">
                <a:solidFill>
                  <a:schemeClr val="dk1"/>
                </a:solidFill>
                <a:latin typeface="Calibri" panose="020F0502020204030204"/>
                <a:ea typeface="Calibri" panose="020F0502020204030204"/>
                <a:cs typeface="Calibri" panose="020F0502020204030204"/>
                <a:sym typeface="Calibri" panose="020F0502020204030204"/>
              </a:rPr>
              <a:t> </a:t>
            </a:r>
            <a:r>
              <a:rPr lang="en-US" sz="2400" dirty="0" err="1">
                <a:solidFill>
                  <a:schemeClr val="dk1"/>
                </a:solidFill>
                <a:latin typeface="Calibri" panose="020F0502020204030204"/>
                <a:ea typeface="Calibri" panose="020F0502020204030204"/>
                <a:cs typeface="Calibri" panose="020F0502020204030204"/>
                <a:sym typeface="Calibri" panose="020F0502020204030204"/>
              </a:rPr>
              <a:t>đạo</a:t>
            </a:r>
            <a:r>
              <a:rPr lang="en-US" sz="2400" dirty="0">
                <a:solidFill>
                  <a:schemeClr val="dk1"/>
                </a:solidFill>
                <a:latin typeface="Calibri" panose="020F0502020204030204"/>
                <a:ea typeface="Calibri" panose="020F0502020204030204"/>
                <a:cs typeface="Calibri" panose="020F0502020204030204"/>
                <a:sym typeface="Calibri" panose="020F0502020204030204"/>
              </a:rPr>
              <a:t>.</a:t>
            </a:r>
            <a:endParaRPr sz="2400" i="0" u="none" strike="noStrike" cap="none" dirty="0">
              <a:solidFill>
                <a:schemeClr val="dk1"/>
              </a:solidFill>
              <a:latin typeface="Calibri" panose="020F0502020204030204"/>
              <a:ea typeface="Calibri" panose="020F0502020204030204"/>
              <a:cs typeface="Calibri" panose="020F0502020204030204"/>
              <a:sym typeface="Calibri" panose="020F0502020204030204"/>
            </a:endParaRPr>
          </a:p>
        </p:txBody>
      </p:sp>
      <p:pic>
        <p:nvPicPr>
          <p:cNvPr id="2" name="Picture 1"/>
          <p:cNvPicPr>
            <a:picLocks noChangeAspect="1"/>
          </p:cNvPicPr>
          <p:nvPr/>
        </p:nvPicPr>
        <p:blipFill>
          <a:blip r:embed="rId3"/>
          <a:stretch>
            <a:fillRect/>
          </a:stretch>
        </p:blipFill>
        <p:spPr>
          <a:xfrm>
            <a:off x="6762994" y="3906477"/>
            <a:ext cx="5022705" cy="1914459"/>
          </a:xfrm>
          <a:prstGeom prst="rect">
            <a:avLst/>
          </a:prstGeom>
        </p:spPr>
      </p:pic>
      <p:pic>
        <p:nvPicPr>
          <p:cNvPr id="3" name="Picture 2"/>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480414" y="1295561"/>
            <a:ext cx="3587866" cy="1218735"/>
          </a:xfrm>
          <a:prstGeom prst="rect">
            <a:avLst/>
          </a:prstGeom>
        </p:spPr>
      </p:pic>
      <p:cxnSp>
        <p:nvCxnSpPr>
          <p:cNvPr id="5" name="Straight Arrow Connector 4"/>
          <p:cNvCxnSpPr/>
          <p:nvPr/>
        </p:nvCxnSpPr>
        <p:spPr>
          <a:xfrm>
            <a:off x="9176273" y="2796988"/>
            <a:ext cx="0" cy="710005"/>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119019418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301"/>
        <p:cNvGrpSpPr/>
        <p:nvPr/>
      </p:nvGrpSpPr>
      <p:grpSpPr>
        <a:xfrm>
          <a:off x="0" y="0"/>
          <a:ext cx="0" cy="0"/>
          <a:chOff x="0" y="0"/>
          <a:chExt cx="0" cy="0"/>
        </a:xfrm>
      </p:grpSpPr>
      <p:sp>
        <p:nvSpPr>
          <p:cNvPr id="302" name="Google Shape;302;p34"/>
          <p:cNvSpPr txBox="1">
            <a:spLocks noGrp="1"/>
          </p:cNvSpPr>
          <p:nvPr>
            <p:ph type="title"/>
          </p:nvPr>
        </p:nvSpPr>
        <p:spPr>
          <a:xfrm>
            <a:off x="406400" y="254849"/>
            <a:ext cx="11379300" cy="613800"/>
          </a:xfrm>
          <a:prstGeom prst="rect">
            <a:avLst/>
          </a:prstGeom>
          <a:noFill/>
          <a:ln>
            <a:noFill/>
          </a:ln>
        </p:spPr>
        <p:txBody>
          <a:bodyPr spcFirstLastPara="1" wrap="square" lIns="91425" tIns="45700" rIns="91425" bIns="45700" anchor="ctr" anchorCtr="0">
            <a:normAutofit/>
          </a:bodyPr>
          <a:lstStyle/>
          <a:p>
            <a:pPr lvl="0">
              <a:buSzPts val="2800"/>
            </a:pPr>
            <a:r>
              <a:rPr lang="en-US" dirty="0"/>
              <a:t>3. </a:t>
            </a:r>
            <a:r>
              <a:rPr lang="en-US" dirty="0" err="1"/>
              <a:t>Vòng</a:t>
            </a:r>
            <a:r>
              <a:rPr lang="en-US" dirty="0"/>
              <a:t> </a:t>
            </a:r>
            <a:r>
              <a:rPr lang="en-US" dirty="0" err="1"/>
              <a:t>tròn</a:t>
            </a:r>
            <a:r>
              <a:rPr lang="en-US" dirty="0"/>
              <a:t> </a:t>
            </a:r>
            <a:r>
              <a:rPr lang="en-US" dirty="0" err="1"/>
              <a:t>màu</a:t>
            </a:r>
            <a:r>
              <a:rPr lang="en-US" dirty="0"/>
              <a:t> </a:t>
            </a:r>
            <a:r>
              <a:rPr lang="en-US" dirty="0" err="1"/>
              <a:t>và</a:t>
            </a:r>
            <a:r>
              <a:rPr lang="en-US" dirty="0"/>
              <a:t> </a:t>
            </a:r>
            <a:r>
              <a:rPr lang="en-US" dirty="0" err="1"/>
              <a:t>phương</a:t>
            </a:r>
            <a:r>
              <a:rPr lang="en-US" dirty="0"/>
              <a:t> </a:t>
            </a:r>
            <a:r>
              <a:rPr lang="en-US" dirty="0" err="1"/>
              <a:t>pháp</a:t>
            </a:r>
            <a:r>
              <a:rPr lang="en-US" dirty="0"/>
              <a:t> </a:t>
            </a:r>
            <a:r>
              <a:rPr lang="en-US" dirty="0" err="1"/>
              <a:t>phối</a:t>
            </a:r>
            <a:r>
              <a:rPr lang="en-US" dirty="0"/>
              <a:t> </a:t>
            </a:r>
            <a:r>
              <a:rPr lang="en-US" dirty="0" err="1"/>
              <a:t>màu</a:t>
            </a:r>
            <a:endParaRPr dirty="0">
              <a:solidFill>
                <a:schemeClr val="dk2"/>
              </a:solidFill>
            </a:endParaRPr>
          </a:p>
        </p:txBody>
      </p:sp>
      <p:sp>
        <p:nvSpPr>
          <p:cNvPr id="303" name="Google Shape;303;p34"/>
          <p:cNvSpPr txBox="1"/>
          <p:nvPr/>
        </p:nvSpPr>
        <p:spPr>
          <a:xfrm>
            <a:off x="406398" y="1057564"/>
            <a:ext cx="6811983" cy="3053103"/>
          </a:xfrm>
          <a:prstGeom prst="rect">
            <a:avLst/>
          </a:prstGeom>
          <a:noFill/>
          <a:ln>
            <a:noFill/>
          </a:ln>
        </p:spPr>
        <p:txBody>
          <a:bodyPr spcFirstLastPara="1" wrap="square" lIns="91425" tIns="45700" rIns="91425" bIns="45700" anchor="t" anchorCtr="0">
            <a:spAutoFit/>
          </a:bodyPr>
          <a:lstStyle/>
          <a:p>
            <a:pPr marL="457200" marR="0" lvl="1" indent="0" algn="l" rtl="0">
              <a:lnSpc>
                <a:spcPct val="130000"/>
              </a:lnSpc>
              <a:spcBef>
                <a:spcPts val="0"/>
              </a:spcBef>
              <a:spcAft>
                <a:spcPts val="0"/>
              </a:spcAft>
              <a:buClr>
                <a:schemeClr val="accent1"/>
              </a:buClr>
              <a:buSzPts val="2800"/>
              <a:buFont typeface="Arial" panose="020B0604020202020204"/>
              <a:buNone/>
            </a:pPr>
            <a:r>
              <a:rPr lang="en-US" sz="2800" b="1" dirty="0">
                <a:solidFill>
                  <a:schemeClr val="dk1"/>
                </a:solidFill>
                <a:latin typeface="Calibri" panose="020F0502020204030204"/>
                <a:ea typeface="Calibri" panose="020F0502020204030204"/>
                <a:cs typeface="Calibri" panose="020F0502020204030204"/>
                <a:sym typeface="Calibri" panose="020F0502020204030204"/>
              </a:rPr>
              <a:t>3.4.1. </a:t>
            </a:r>
            <a:r>
              <a:rPr lang="en-US" sz="2800" b="1" dirty="0" err="1">
                <a:solidFill>
                  <a:schemeClr val="dk1"/>
                </a:solidFill>
                <a:latin typeface="Calibri" panose="020F0502020204030204"/>
                <a:ea typeface="Calibri" panose="020F0502020204030204"/>
                <a:cs typeface="Calibri" panose="020F0502020204030204"/>
                <a:sym typeface="Calibri" panose="020F0502020204030204"/>
              </a:rPr>
              <a:t>Chọn</a:t>
            </a:r>
            <a:r>
              <a:rPr lang="en-US" sz="2800" b="1" dirty="0">
                <a:solidFill>
                  <a:schemeClr val="dk1"/>
                </a:solidFill>
                <a:latin typeface="Calibri" panose="020F0502020204030204"/>
                <a:ea typeface="Calibri" panose="020F0502020204030204"/>
                <a:cs typeface="Calibri" panose="020F0502020204030204"/>
                <a:sym typeface="Calibri" panose="020F0502020204030204"/>
              </a:rPr>
              <a:t> </a:t>
            </a:r>
            <a:r>
              <a:rPr lang="en-US" sz="2800" b="1" dirty="0" err="1">
                <a:solidFill>
                  <a:schemeClr val="dk1"/>
                </a:solidFill>
                <a:latin typeface="Calibri" panose="020F0502020204030204"/>
                <a:ea typeface="Calibri" panose="020F0502020204030204"/>
                <a:cs typeface="Calibri" panose="020F0502020204030204"/>
                <a:sym typeface="Calibri" panose="020F0502020204030204"/>
              </a:rPr>
              <a:t>màu</a:t>
            </a:r>
            <a:r>
              <a:rPr lang="en-US" sz="2800" b="1" dirty="0">
                <a:solidFill>
                  <a:schemeClr val="dk1"/>
                </a:solidFill>
                <a:latin typeface="Calibri" panose="020F0502020204030204"/>
                <a:ea typeface="Calibri" panose="020F0502020204030204"/>
                <a:cs typeface="Calibri" panose="020F0502020204030204"/>
                <a:sym typeface="Calibri" panose="020F0502020204030204"/>
              </a:rPr>
              <a:t> </a:t>
            </a:r>
            <a:r>
              <a:rPr lang="en-US" sz="2800" b="1" dirty="0" err="1">
                <a:solidFill>
                  <a:schemeClr val="dk1"/>
                </a:solidFill>
                <a:latin typeface="Calibri" panose="020F0502020204030204"/>
                <a:ea typeface="Calibri" panose="020F0502020204030204"/>
                <a:cs typeface="Calibri" panose="020F0502020204030204"/>
                <a:sym typeface="Calibri" panose="020F0502020204030204"/>
              </a:rPr>
              <a:t>chủ</a:t>
            </a:r>
            <a:r>
              <a:rPr lang="en-US" sz="2800" b="1" dirty="0">
                <a:solidFill>
                  <a:schemeClr val="dk1"/>
                </a:solidFill>
                <a:latin typeface="Calibri" panose="020F0502020204030204"/>
                <a:ea typeface="Calibri" panose="020F0502020204030204"/>
                <a:cs typeface="Calibri" panose="020F0502020204030204"/>
                <a:sym typeface="Calibri" panose="020F0502020204030204"/>
              </a:rPr>
              <a:t> </a:t>
            </a:r>
            <a:r>
              <a:rPr lang="en-US" sz="2800" b="1" dirty="0" err="1">
                <a:solidFill>
                  <a:schemeClr val="dk1"/>
                </a:solidFill>
                <a:latin typeface="Calibri" panose="020F0502020204030204"/>
                <a:ea typeface="Calibri" panose="020F0502020204030204"/>
                <a:cs typeface="Calibri" panose="020F0502020204030204"/>
                <a:sym typeface="Calibri" panose="020F0502020204030204"/>
              </a:rPr>
              <a:t>đạo</a:t>
            </a:r>
            <a:endParaRPr lang="en-US" sz="2800" b="1" dirty="0">
              <a:solidFill>
                <a:schemeClr val="dk1"/>
              </a:solidFill>
              <a:latin typeface="Calibri" panose="020F0502020204030204"/>
              <a:ea typeface="Calibri" panose="020F0502020204030204"/>
              <a:cs typeface="Calibri" panose="020F0502020204030204"/>
              <a:sym typeface="Calibri" panose="020F0502020204030204"/>
            </a:endParaRPr>
          </a:p>
          <a:p>
            <a:pPr marL="800100" lvl="1" indent="-342900">
              <a:lnSpc>
                <a:spcPct val="130000"/>
              </a:lnSpc>
              <a:buClr>
                <a:schemeClr val="accent1"/>
              </a:buClr>
              <a:buSzPts val="2800"/>
              <a:buFontTx/>
              <a:buChar char="-"/>
            </a:pPr>
            <a:r>
              <a:rPr lang="en-US" sz="2400" dirty="0">
                <a:solidFill>
                  <a:schemeClr val="dk1"/>
                </a:solidFill>
                <a:latin typeface="Calibri" panose="020F0502020204030204"/>
                <a:ea typeface="Calibri" panose="020F0502020204030204"/>
                <a:cs typeface="Calibri" panose="020F0502020204030204"/>
                <a:sym typeface="Calibri" panose="020F0502020204030204"/>
              </a:rPr>
              <a:t>M</a:t>
            </a:r>
            <a:r>
              <a:rPr lang="vi-VN" sz="2400" dirty="0">
                <a:solidFill>
                  <a:schemeClr val="dk1"/>
                </a:solidFill>
                <a:latin typeface="Calibri" panose="020F0502020204030204"/>
                <a:ea typeface="Calibri" panose="020F0502020204030204"/>
                <a:cs typeface="Calibri" panose="020F0502020204030204"/>
                <a:sym typeface="Calibri" panose="020F0502020204030204"/>
              </a:rPr>
              <a:t>àu chủ đạo giới hạn ở một số ví trí bạn muốn khách hàng chú ý đến nhất</a:t>
            </a:r>
            <a:endParaRPr lang="en-US" sz="2400" dirty="0">
              <a:solidFill>
                <a:schemeClr val="dk1"/>
              </a:solidFill>
              <a:latin typeface="Calibri" panose="020F0502020204030204"/>
              <a:ea typeface="Calibri" panose="020F0502020204030204"/>
              <a:cs typeface="Calibri" panose="020F0502020204030204"/>
              <a:sym typeface="Calibri" panose="020F0502020204030204"/>
            </a:endParaRPr>
          </a:p>
          <a:p>
            <a:pPr marL="800100" lvl="1" indent="-342900">
              <a:lnSpc>
                <a:spcPct val="130000"/>
              </a:lnSpc>
              <a:buClr>
                <a:schemeClr val="accent1"/>
              </a:buClr>
              <a:buSzPts val="2800"/>
              <a:buFontTx/>
              <a:buChar char="-"/>
            </a:pPr>
            <a:r>
              <a:rPr lang="en-US" sz="2400" dirty="0">
                <a:solidFill>
                  <a:schemeClr val="dk1"/>
                </a:solidFill>
                <a:latin typeface="Calibri" panose="020F0502020204030204"/>
                <a:ea typeface="Calibri" panose="020F0502020204030204"/>
                <a:cs typeface="Calibri" panose="020F0502020204030204"/>
                <a:sym typeface="Calibri" panose="020F0502020204030204"/>
              </a:rPr>
              <a:t>H</a:t>
            </a:r>
            <a:r>
              <a:rPr lang="vi-VN" sz="2400" dirty="0">
                <a:solidFill>
                  <a:schemeClr val="dk1"/>
                </a:solidFill>
                <a:latin typeface="Calibri" panose="020F0502020204030204"/>
                <a:ea typeface="Calibri" panose="020F0502020204030204"/>
                <a:cs typeface="Calibri" panose="020F0502020204030204"/>
                <a:sym typeface="Calibri" panose="020F0502020204030204"/>
              </a:rPr>
              <a:t>oặc những </a:t>
            </a:r>
            <a:r>
              <a:rPr lang="vi-VN" sz="2400" b="1" dirty="0">
                <a:solidFill>
                  <a:schemeClr val="dk1"/>
                </a:solidFill>
                <a:latin typeface="Calibri" panose="020F0502020204030204"/>
                <a:ea typeface="Calibri" panose="020F0502020204030204"/>
                <a:cs typeface="Calibri" panose="020F0502020204030204"/>
                <a:sym typeface="Calibri" panose="020F0502020204030204"/>
              </a:rPr>
              <a:t>nút/link CTA</a:t>
            </a:r>
            <a:r>
              <a:rPr lang="vi-VN" sz="2400" dirty="0">
                <a:solidFill>
                  <a:schemeClr val="dk1"/>
                </a:solidFill>
                <a:latin typeface="Calibri" panose="020F0502020204030204"/>
                <a:ea typeface="Calibri" panose="020F0502020204030204"/>
                <a:cs typeface="Calibri" panose="020F0502020204030204"/>
                <a:sym typeface="Calibri" panose="020F0502020204030204"/>
              </a:rPr>
              <a:t> bạn muốn khách hàng hành dộng (như số điện thoại, form liên hệ, đăng ký nhận bản tin,…) </a:t>
            </a:r>
            <a:endParaRPr sz="2400" i="0" u="none" strike="noStrike" cap="none" dirty="0">
              <a:solidFill>
                <a:schemeClr val="dk1"/>
              </a:solidFill>
              <a:latin typeface="Calibri" panose="020F0502020204030204"/>
              <a:ea typeface="Calibri" panose="020F0502020204030204"/>
              <a:cs typeface="Calibri" panose="020F0502020204030204"/>
              <a:sym typeface="Calibri" panose="020F0502020204030204"/>
            </a:endParaRPr>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273379" y="1057564"/>
            <a:ext cx="3512321" cy="5292835"/>
          </a:xfrm>
          <a:prstGeom prst="rect">
            <a:avLst/>
          </a:prstGeom>
        </p:spPr>
      </p:pic>
    </p:spTree>
    <p:extLst>
      <p:ext uri="{BB962C8B-B14F-4D97-AF65-F5344CB8AC3E}">
        <p14:creationId xmlns:p14="http://schemas.microsoft.com/office/powerpoint/2010/main" val="159326057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301"/>
        <p:cNvGrpSpPr/>
        <p:nvPr/>
      </p:nvGrpSpPr>
      <p:grpSpPr>
        <a:xfrm>
          <a:off x="0" y="0"/>
          <a:ext cx="0" cy="0"/>
          <a:chOff x="0" y="0"/>
          <a:chExt cx="0" cy="0"/>
        </a:xfrm>
      </p:grpSpPr>
      <p:sp>
        <p:nvSpPr>
          <p:cNvPr id="302" name="Google Shape;302;p34"/>
          <p:cNvSpPr txBox="1">
            <a:spLocks noGrp="1"/>
          </p:cNvSpPr>
          <p:nvPr>
            <p:ph type="title"/>
          </p:nvPr>
        </p:nvSpPr>
        <p:spPr>
          <a:xfrm>
            <a:off x="406400" y="254849"/>
            <a:ext cx="11379300" cy="613800"/>
          </a:xfrm>
          <a:prstGeom prst="rect">
            <a:avLst/>
          </a:prstGeom>
          <a:noFill/>
          <a:ln>
            <a:noFill/>
          </a:ln>
        </p:spPr>
        <p:txBody>
          <a:bodyPr spcFirstLastPara="1" wrap="square" lIns="91425" tIns="45700" rIns="91425" bIns="45700" anchor="ctr" anchorCtr="0">
            <a:normAutofit/>
          </a:bodyPr>
          <a:lstStyle/>
          <a:p>
            <a:pPr lvl="0">
              <a:buSzPts val="2800"/>
            </a:pPr>
            <a:r>
              <a:rPr lang="en-US" dirty="0"/>
              <a:t>3. </a:t>
            </a:r>
            <a:r>
              <a:rPr lang="en-US" dirty="0" err="1"/>
              <a:t>Vòng</a:t>
            </a:r>
            <a:r>
              <a:rPr lang="en-US" dirty="0"/>
              <a:t> </a:t>
            </a:r>
            <a:r>
              <a:rPr lang="en-US" dirty="0" err="1"/>
              <a:t>tròn</a:t>
            </a:r>
            <a:r>
              <a:rPr lang="en-US" dirty="0"/>
              <a:t> </a:t>
            </a:r>
            <a:r>
              <a:rPr lang="en-US" dirty="0" err="1"/>
              <a:t>màu</a:t>
            </a:r>
            <a:r>
              <a:rPr lang="en-US" dirty="0"/>
              <a:t> </a:t>
            </a:r>
            <a:r>
              <a:rPr lang="en-US" dirty="0" err="1"/>
              <a:t>và</a:t>
            </a:r>
            <a:r>
              <a:rPr lang="en-US" dirty="0"/>
              <a:t> </a:t>
            </a:r>
            <a:r>
              <a:rPr lang="en-US" dirty="0" err="1"/>
              <a:t>phương</a:t>
            </a:r>
            <a:r>
              <a:rPr lang="en-US" dirty="0"/>
              <a:t> </a:t>
            </a:r>
            <a:r>
              <a:rPr lang="en-US" dirty="0" err="1"/>
              <a:t>pháp</a:t>
            </a:r>
            <a:r>
              <a:rPr lang="en-US" dirty="0"/>
              <a:t> </a:t>
            </a:r>
            <a:r>
              <a:rPr lang="en-US" dirty="0" err="1"/>
              <a:t>phối</a:t>
            </a:r>
            <a:r>
              <a:rPr lang="en-US" dirty="0"/>
              <a:t> </a:t>
            </a:r>
            <a:r>
              <a:rPr lang="en-US" dirty="0" err="1"/>
              <a:t>màu</a:t>
            </a:r>
            <a:endParaRPr dirty="0">
              <a:solidFill>
                <a:schemeClr val="dk2"/>
              </a:solidFill>
            </a:endParaRPr>
          </a:p>
        </p:txBody>
      </p:sp>
      <p:sp>
        <p:nvSpPr>
          <p:cNvPr id="303" name="Google Shape;303;p34"/>
          <p:cNvSpPr txBox="1"/>
          <p:nvPr/>
        </p:nvSpPr>
        <p:spPr>
          <a:xfrm>
            <a:off x="406398" y="1057564"/>
            <a:ext cx="6811983" cy="3053103"/>
          </a:xfrm>
          <a:prstGeom prst="rect">
            <a:avLst/>
          </a:prstGeom>
          <a:noFill/>
          <a:ln>
            <a:noFill/>
          </a:ln>
        </p:spPr>
        <p:txBody>
          <a:bodyPr spcFirstLastPara="1" wrap="square" lIns="91425" tIns="45700" rIns="91425" bIns="45700" anchor="t" anchorCtr="0">
            <a:spAutoFit/>
          </a:bodyPr>
          <a:lstStyle/>
          <a:p>
            <a:pPr marL="457200" marR="0" lvl="1" indent="0" algn="l" rtl="0">
              <a:lnSpc>
                <a:spcPct val="130000"/>
              </a:lnSpc>
              <a:spcBef>
                <a:spcPts val="0"/>
              </a:spcBef>
              <a:spcAft>
                <a:spcPts val="0"/>
              </a:spcAft>
              <a:buClr>
                <a:schemeClr val="accent1"/>
              </a:buClr>
              <a:buSzPts val="2800"/>
              <a:buFont typeface="Arial" panose="020B0604020202020204"/>
              <a:buNone/>
            </a:pPr>
            <a:r>
              <a:rPr lang="en-US" sz="2800" b="1" dirty="0">
                <a:solidFill>
                  <a:schemeClr val="dk1"/>
                </a:solidFill>
                <a:latin typeface="Calibri" panose="020F0502020204030204"/>
                <a:ea typeface="Calibri" panose="020F0502020204030204"/>
                <a:cs typeface="Calibri" panose="020F0502020204030204"/>
                <a:sym typeface="Calibri" panose="020F0502020204030204"/>
              </a:rPr>
              <a:t>3.4.2. </a:t>
            </a:r>
            <a:r>
              <a:rPr lang="en-US" sz="2800" b="1" dirty="0" err="1">
                <a:solidFill>
                  <a:schemeClr val="dk1"/>
                </a:solidFill>
                <a:latin typeface="Calibri" panose="020F0502020204030204"/>
                <a:ea typeface="Calibri" panose="020F0502020204030204"/>
                <a:cs typeface="Calibri" panose="020F0502020204030204"/>
                <a:sym typeface="Calibri" panose="020F0502020204030204"/>
              </a:rPr>
              <a:t>Màu</a:t>
            </a:r>
            <a:r>
              <a:rPr lang="en-US" sz="2800" b="1" dirty="0">
                <a:solidFill>
                  <a:schemeClr val="dk1"/>
                </a:solidFill>
                <a:latin typeface="Calibri" panose="020F0502020204030204"/>
                <a:ea typeface="Calibri" panose="020F0502020204030204"/>
                <a:cs typeface="Calibri" panose="020F0502020204030204"/>
                <a:sym typeface="Calibri" panose="020F0502020204030204"/>
              </a:rPr>
              <a:t> </a:t>
            </a:r>
            <a:r>
              <a:rPr lang="en-US" sz="2800" b="1" dirty="0" err="1">
                <a:solidFill>
                  <a:schemeClr val="dk1"/>
                </a:solidFill>
                <a:latin typeface="Calibri" panose="020F0502020204030204"/>
                <a:ea typeface="Calibri" panose="020F0502020204030204"/>
                <a:cs typeface="Calibri" panose="020F0502020204030204"/>
                <a:sym typeface="Calibri" panose="020F0502020204030204"/>
              </a:rPr>
              <a:t>điểm</a:t>
            </a:r>
            <a:r>
              <a:rPr lang="en-US" sz="2800" b="1" dirty="0">
                <a:solidFill>
                  <a:schemeClr val="dk1"/>
                </a:solidFill>
                <a:latin typeface="Calibri" panose="020F0502020204030204"/>
                <a:ea typeface="Calibri" panose="020F0502020204030204"/>
                <a:cs typeface="Calibri" panose="020F0502020204030204"/>
                <a:sym typeface="Calibri" panose="020F0502020204030204"/>
              </a:rPr>
              <a:t> </a:t>
            </a:r>
            <a:r>
              <a:rPr lang="en-US" sz="2800" b="1" dirty="0" err="1">
                <a:solidFill>
                  <a:schemeClr val="dk1"/>
                </a:solidFill>
                <a:latin typeface="Calibri" panose="020F0502020204030204"/>
                <a:ea typeface="Calibri" panose="020F0502020204030204"/>
                <a:cs typeface="Calibri" panose="020F0502020204030204"/>
                <a:sym typeface="Calibri" panose="020F0502020204030204"/>
              </a:rPr>
              <a:t>nhấn</a:t>
            </a:r>
            <a:endParaRPr lang="en-US" sz="2800" b="1" dirty="0">
              <a:solidFill>
                <a:schemeClr val="dk1"/>
              </a:solidFill>
              <a:latin typeface="Calibri" panose="020F0502020204030204"/>
              <a:ea typeface="Calibri" panose="020F0502020204030204"/>
              <a:cs typeface="Calibri" panose="020F0502020204030204"/>
              <a:sym typeface="Calibri" panose="020F0502020204030204"/>
            </a:endParaRPr>
          </a:p>
          <a:p>
            <a:pPr marL="800100" lvl="1" indent="-342900">
              <a:lnSpc>
                <a:spcPct val="130000"/>
              </a:lnSpc>
              <a:buClr>
                <a:schemeClr val="accent1"/>
              </a:buClr>
              <a:buSzPts val="2800"/>
              <a:buFontTx/>
              <a:buChar char="-"/>
            </a:pPr>
            <a:r>
              <a:rPr lang="vi-VN" sz="2400" dirty="0">
                <a:solidFill>
                  <a:schemeClr val="dk1"/>
                </a:solidFill>
                <a:latin typeface="Calibri" panose="020F0502020204030204"/>
                <a:ea typeface="Calibri" panose="020F0502020204030204"/>
                <a:cs typeface="Calibri" panose="020F0502020204030204"/>
                <a:sym typeface="Calibri" panose="020F0502020204030204"/>
              </a:rPr>
              <a:t>Để làm cho website thú vị và chuyên nghiệp hơn, cần sử dụng thêm 1-2 màu sắc điểm nhấn để giúp làm nổi bật những phần có giá trị và đáng chú ý như những câu </a:t>
            </a:r>
            <a:r>
              <a:rPr lang="vi-VN" sz="2400" b="1" dirty="0">
                <a:solidFill>
                  <a:schemeClr val="dk1"/>
                </a:solidFill>
                <a:latin typeface="Calibri" panose="020F0502020204030204"/>
                <a:ea typeface="Calibri" panose="020F0502020204030204"/>
                <a:cs typeface="Calibri" panose="020F0502020204030204"/>
                <a:sym typeface="Calibri" panose="020F0502020204030204"/>
              </a:rPr>
              <a:t>quote</a:t>
            </a:r>
            <a:r>
              <a:rPr lang="vi-VN" sz="2400" dirty="0">
                <a:solidFill>
                  <a:schemeClr val="dk1"/>
                </a:solidFill>
                <a:latin typeface="Calibri" panose="020F0502020204030204"/>
                <a:ea typeface="Calibri" panose="020F0502020204030204"/>
                <a:cs typeface="Calibri" panose="020F0502020204030204"/>
                <a:sym typeface="Calibri" panose="020F0502020204030204"/>
              </a:rPr>
              <a:t>, </a:t>
            </a:r>
            <a:r>
              <a:rPr lang="vi-VN" sz="2400" b="1" dirty="0">
                <a:solidFill>
                  <a:schemeClr val="dk1"/>
                </a:solidFill>
                <a:latin typeface="Calibri" panose="020F0502020204030204"/>
                <a:ea typeface="Calibri" panose="020F0502020204030204"/>
                <a:cs typeface="Calibri" panose="020F0502020204030204"/>
                <a:sym typeface="Calibri" panose="020F0502020204030204"/>
              </a:rPr>
              <a:t>nút</a:t>
            </a:r>
            <a:r>
              <a:rPr lang="vi-VN" sz="2400" dirty="0">
                <a:solidFill>
                  <a:schemeClr val="dk1"/>
                </a:solidFill>
                <a:latin typeface="Calibri" panose="020F0502020204030204"/>
                <a:ea typeface="Calibri" panose="020F0502020204030204"/>
                <a:cs typeface="Calibri" panose="020F0502020204030204"/>
                <a:sym typeface="Calibri" panose="020F0502020204030204"/>
              </a:rPr>
              <a:t>, hoặc </a:t>
            </a:r>
            <a:r>
              <a:rPr lang="vi-VN" sz="2400" b="1" dirty="0">
                <a:solidFill>
                  <a:schemeClr val="dk1"/>
                </a:solidFill>
                <a:latin typeface="Calibri" panose="020F0502020204030204"/>
                <a:ea typeface="Calibri" panose="020F0502020204030204"/>
                <a:cs typeface="Calibri" panose="020F0502020204030204"/>
                <a:sym typeface="Calibri" panose="020F0502020204030204"/>
              </a:rPr>
              <a:t>phụ đề</a:t>
            </a:r>
            <a:r>
              <a:rPr lang="vi-VN" sz="2400" dirty="0">
                <a:solidFill>
                  <a:schemeClr val="dk1"/>
                </a:solidFill>
                <a:latin typeface="Calibri" panose="020F0502020204030204"/>
                <a:ea typeface="Calibri" panose="020F0502020204030204"/>
                <a:cs typeface="Calibri" panose="020F0502020204030204"/>
                <a:sym typeface="Calibri" panose="020F0502020204030204"/>
              </a:rPr>
              <a:t>,… </a:t>
            </a:r>
            <a:endParaRPr sz="2400" i="0" u="none" strike="noStrike" cap="none" dirty="0">
              <a:solidFill>
                <a:schemeClr val="dk1"/>
              </a:solidFill>
              <a:latin typeface="Calibri" panose="020F0502020204030204"/>
              <a:ea typeface="Calibri" panose="020F0502020204030204"/>
              <a:cs typeface="Calibri" panose="020F0502020204030204"/>
              <a:sym typeface="Calibri" panose="020F0502020204030204"/>
            </a:endParaRPr>
          </a:p>
        </p:txBody>
      </p:sp>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676502" y="1057564"/>
            <a:ext cx="3109198" cy="5667460"/>
          </a:xfrm>
          <a:prstGeom prst="rect">
            <a:avLst/>
          </a:prstGeom>
        </p:spPr>
      </p:pic>
    </p:spTree>
    <p:extLst>
      <p:ext uri="{BB962C8B-B14F-4D97-AF65-F5344CB8AC3E}">
        <p14:creationId xmlns:p14="http://schemas.microsoft.com/office/powerpoint/2010/main" val="202872551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301"/>
        <p:cNvGrpSpPr/>
        <p:nvPr/>
      </p:nvGrpSpPr>
      <p:grpSpPr>
        <a:xfrm>
          <a:off x="0" y="0"/>
          <a:ext cx="0" cy="0"/>
          <a:chOff x="0" y="0"/>
          <a:chExt cx="0" cy="0"/>
        </a:xfrm>
      </p:grpSpPr>
      <p:sp>
        <p:nvSpPr>
          <p:cNvPr id="302" name="Google Shape;302;p34"/>
          <p:cNvSpPr txBox="1">
            <a:spLocks noGrp="1"/>
          </p:cNvSpPr>
          <p:nvPr>
            <p:ph type="title"/>
          </p:nvPr>
        </p:nvSpPr>
        <p:spPr>
          <a:xfrm>
            <a:off x="406400" y="254849"/>
            <a:ext cx="11379300" cy="613800"/>
          </a:xfrm>
          <a:prstGeom prst="rect">
            <a:avLst/>
          </a:prstGeom>
          <a:noFill/>
          <a:ln>
            <a:noFill/>
          </a:ln>
        </p:spPr>
        <p:txBody>
          <a:bodyPr spcFirstLastPara="1" wrap="square" lIns="91425" tIns="45700" rIns="91425" bIns="45700" anchor="ctr" anchorCtr="0">
            <a:normAutofit/>
          </a:bodyPr>
          <a:lstStyle/>
          <a:p>
            <a:pPr lvl="0">
              <a:buSzPts val="2800"/>
            </a:pPr>
            <a:r>
              <a:rPr lang="en-US" dirty="0"/>
              <a:t>3. </a:t>
            </a:r>
            <a:r>
              <a:rPr lang="en-US" dirty="0" err="1"/>
              <a:t>Vòng</a:t>
            </a:r>
            <a:r>
              <a:rPr lang="en-US" dirty="0"/>
              <a:t> </a:t>
            </a:r>
            <a:r>
              <a:rPr lang="en-US" dirty="0" err="1"/>
              <a:t>tròn</a:t>
            </a:r>
            <a:r>
              <a:rPr lang="en-US" dirty="0"/>
              <a:t> </a:t>
            </a:r>
            <a:r>
              <a:rPr lang="en-US" dirty="0" err="1"/>
              <a:t>màu</a:t>
            </a:r>
            <a:r>
              <a:rPr lang="en-US" dirty="0"/>
              <a:t> </a:t>
            </a:r>
            <a:r>
              <a:rPr lang="en-US" dirty="0" err="1"/>
              <a:t>và</a:t>
            </a:r>
            <a:r>
              <a:rPr lang="en-US" dirty="0"/>
              <a:t> </a:t>
            </a:r>
            <a:r>
              <a:rPr lang="en-US" dirty="0" err="1"/>
              <a:t>phương</a:t>
            </a:r>
            <a:r>
              <a:rPr lang="en-US" dirty="0"/>
              <a:t> </a:t>
            </a:r>
            <a:r>
              <a:rPr lang="en-US" dirty="0" err="1"/>
              <a:t>pháp</a:t>
            </a:r>
            <a:r>
              <a:rPr lang="en-US" dirty="0"/>
              <a:t> </a:t>
            </a:r>
            <a:r>
              <a:rPr lang="en-US" dirty="0" err="1"/>
              <a:t>phối</a:t>
            </a:r>
            <a:r>
              <a:rPr lang="en-US" dirty="0"/>
              <a:t> </a:t>
            </a:r>
            <a:r>
              <a:rPr lang="en-US" dirty="0" err="1"/>
              <a:t>màu</a:t>
            </a:r>
            <a:endParaRPr dirty="0">
              <a:solidFill>
                <a:schemeClr val="dk2"/>
              </a:solidFill>
            </a:endParaRPr>
          </a:p>
        </p:txBody>
      </p:sp>
      <p:sp>
        <p:nvSpPr>
          <p:cNvPr id="303" name="Google Shape;303;p34"/>
          <p:cNvSpPr txBox="1"/>
          <p:nvPr/>
        </p:nvSpPr>
        <p:spPr>
          <a:xfrm>
            <a:off x="406398" y="1057564"/>
            <a:ext cx="6811983" cy="1612709"/>
          </a:xfrm>
          <a:prstGeom prst="rect">
            <a:avLst/>
          </a:prstGeom>
          <a:noFill/>
          <a:ln>
            <a:noFill/>
          </a:ln>
        </p:spPr>
        <p:txBody>
          <a:bodyPr spcFirstLastPara="1" wrap="square" lIns="91425" tIns="45700" rIns="91425" bIns="45700" anchor="t" anchorCtr="0">
            <a:spAutoFit/>
          </a:bodyPr>
          <a:lstStyle/>
          <a:p>
            <a:pPr marL="457200" marR="0" lvl="1" indent="0" algn="l" rtl="0">
              <a:lnSpc>
                <a:spcPct val="130000"/>
              </a:lnSpc>
              <a:spcBef>
                <a:spcPts val="0"/>
              </a:spcBef>
              <a:spcAft>
                <a:spcPts val="0"/>
              </a:spcAft>
              <a:buClr>
                <a:schemeClr val="accent1"/>
              </a:buClr>
              <a:buSzPts val="2800"/>
              <a:buFont typeface="Arial" panose="020B0604020202020204"/>
              <a:buNone/>
            </a:pPr>
            <a:r>
              <a:rPr lang="en-US" sz="2800" b="1" dirty="0">
                <a:solidFill>
                  <a:schemeClr val="dk1"/>
                </a:solidFill>
                <a:latin typeface="Calibri" panose="020F0502020204030204"/>
                <a:ea typeface="Calibri" panose="020F0502020204030204"/>
                <a:cs typeface="Calibri" panose="020F0502020204030204"/>
                <a:sym typeface="Calibri" panose="020F0502020204030204"/>
              </a:rPr>
              <a:t>3.4.3. </a:t>
            </a:r>
            <a:r>
              <a:rPr lang="en-US" sz="2800" b="1" dirty="0" err="1">
                <a:solidFill>
                  <a:schemeClr val="dk1"/>
                </a:solidFill>
                <a:latin typeface="Calibri" panose="020F0502020204030204"/>
                <a:ea typeface="Calibri" panose="020F0502020204030204"/>
                <a:cs typeface="Calibri" panose="020F0502020204030204"/>
                <a:sym typeface="Calibri" panose="020F0502020204030204"/>
              </a:rPr>
              <a:t>Màu</a:t>
            </a:r>
            <a:r>
              <a:rPr lang="en-US" sz="2800" b="1" dirty="0">
                <a:solidFill>
                  <a:schemeClr val="dk1"/>
                </a:solidFill>
                <a:latin typeface="Calibri" panose="020F0502020204030204"/>
                <a:ea typeface="Calibri" panose="020F0502020204030204"/>
                <a:cs typeface="Calibri" panose="020F0502020204030204"/>
                <a:sym typeface="Calibri" panose="020F0502020204030204"/>
              </a:rPr>
              <a:t> </a:t>
            </a:r>
            <a:r>
              <a:rPr lang="en-US" sz="2800" b="1" dirty="0" err="1">
                <a:solidFill>
                  <a:schemeClr val="dk1"/>
                </a:solidFill>
                <a:latin typeface="Calibri" panose="020F0502020204030204"/>
                <a:ea typeface="Calibri" panose="020F0502020204030204"/>
                <a:cs typeface="Calibri" panose="020F0502020204030204"/>
                <a:sym typeface="Calibri" panose="020F0502020204030204"/>
              </a:rPr>
              <a:t>nền</a:t>
            </a:r>
            <a:r>
              <a:rPr lang="en-US" sz="2800" b="1" dirty="0">
                <a:solidFill>
                  <a:schemeClr val="dk1"/>
                </a:solidFill>
                <a:latin typeface="Calibri" panose="020F0502020204030204"/>
                <a:ea typeface="Calibri" panose="020F0502020204030204"/>
                <a:cs typeface="Calibri" panose="020F0502020204030204"/>
                <a:sym typeface="Calibri" panose="020F0502020204030204"/>
              </a:rPr>
              <a:t> website</a:t>
            </a:r>
          </a:p>
          <a:p>
            <a:pPr marL="800100" lvl="1" indent="-342900">
              <a:lnSpc>
                <a:spcPct val="130000"/>
              </a:lnSpc>
              <a:buClr>
                <a:schemeClr val="accent1"/>
              </a:buClr>
              <a:buSzPts val="2800"/>
              <a:buFontTx/>
              <a:buChar char="-"/>
            </a:pPr>
            <a:r>
              <a:rPr lang="en-US" sz="2400" dirty="0" err="1">
                <a:solidFill>
                  <a:schemeClr val="dk1"/>
                </a:solidFill>
                <a:latin typeface="Calibri" panose="020F0502020204030204"/>
                <a:ea typeface="Calibri" panose="020F0502020204030204"/>
                <a:cs typeface="Calibri" panose="020F0502020204030204"/>
                <a:sym typeface="Calibri" panose="020F0502020204030204"/>
              </a:rPr>
              <a:t>Màu</a:t>
            </a:r>
            <a:r>
              <a:rPr lang="en-US" sz="2400" dirty="0">
                <a:solidFill>
                  <a:schemeClr val="dk1"/>
                </a:solidFill>
                <a:latin typeface="Calibri" panose="020F0502020204030204"/>
                <a:ea typeface="Calibri" panose="020F0502020204030204"/>
                <a:cs typeface="Calibri" panose="020F0502020204030204"/>
                <a:sym typeface="Calibri" panose="020F0502020204030204"/>
              </a:rPr>
              <a:t> </a:t>
            </a:r>
            <a:r>
              <a:rPr lang="en-US" sz="2400" dirty="0" err="1">
                <a:solidFill>
                  <a:schemeClr val="dk1"/>
                </a:solidFill>
                <a:latin typeface="Calibri" panose="020F0502020204030204"/>
                <a:ea typeface="Calibri" panose="020F0502020204030204"/>
                <a:cs typeface="Calibri" panose="020F0502020204030204"/>
                <a:sym typeface="Calibri" panose="020F0502020204030204"/>
              </a:rPr>
              <a:t>nền</a:t>
            </a:r>
            <a:r>
              <a:rPr lang="en-US" sz="2400" dirty="0">
                <a:solidFill>
                  <a:schemeClr val="dk1"/>
                </a:solidFill>
                <a:latin typeface="Calibri" panose="020F0502020204030204"/>
                <a:ea typeface="Calibri" panose="020F0502020204030204"/>
                <a:cs typeface="Calibri" panose="020F0502020204030204"/>
                <a:sym typeface="Calibri" panose="020F0502020204030204"/>
              </a:rPr>
              <a:t> </a:t>
            </a:r>
            <a:r>
              <a:rPr lang="en-US" sz="2400" dirty="0" err="1">
                <a:solidFill>
                  <a:schemeClr val="dk1"/>
                </a:solidFill>
                <a:latin typeface="Calibri" panose="020F0502020204030204"/>
                <a:ea typeface="Calibri" panose="020F0502020204030204"/>
                <a:cs typeface="Calibri" panose="020F0502020204030204"/>
                <a:sym typeface="Calibri" panose="020F0502020204030204"/>
              </a:rPr>
              <a:t>của</a:t>
            </a:r>
            <a:r>
              <a:rPr lang="en-US" sz="2400" dirty="0">
                <a:solidFill>
                  <a:schemeClr val="dk1"/>
                </a:solidFill>
                <a:latin typeface="Calibri" panose="020F0502020204030204"/>
                <a:ea typeface="Calibri" panose="020F0502020204030204"/>
                <a:cs typeface="Calibri" panose="020F0502020204030204"/>
                <a:sym typeface="Calibri" panose="020F0502020204030204"/>
              </a:rPr>
              <a:t> website </a:t>
            </a:r>
            <a:r>
              <a:rPr lang="en-US" sz="2400" dirty="0" err="1">
                <a:solidFill>
                  <a:schemeClr val="dk1"/>
                </a:solidFill>
                <a:latin typeface="Calibri" panose="020F0502020204030204"/>
                <a:ea typeface="Calibri" panose="020F0502020204030204"/>
                <a:cs typeface="Calibri" panose="020F0502020204030204"/>
                <a:sym typeface="Calibri" panose="020F0502020204030204"/>
              </a:rPr>
              <a:t>phụ</a:t>
            </a:r>
            <a:r>
              <a:rPr lang="en-US" sz="2400" dirty="0">
                <a:solidFill>
                  <a:schemeClr val="dk1"/>
                </a:solidFill>
                <a:latin typeface="Calibri" panose="020F0502020204030204"/>
                <a:ea typeface="Calibri" panose="020F0502020204030204"/>
                <a:cs typeface="Calibri" panose="020F0502020204030204"/>
                <a:sym typeface="Calibri" panose="020F0502020204030204"/>
              </a:rPr>
              <a:t> </a:t>
            </a:r>
            <a:r>
              <a:rPr lang="en-US" sz="2400" dirty="0" err="1">
                <a:solidFill>
                  <a:schemeClr val="dk1"/>
                </a:solidFill>
                <a:latin typeface="Calibri" panose="020F0502020204030204"/>
                <a:ea typeface="Calibri" panose="020F0502020204030204"/>
                <a:cs typeface="Calibri" panose="020F0502020204030204"/>
                <a:sym typeface="Calibri" panose="020F0502020204030204"/>
              </a:rPr>
              <a:t>thuộc</a:t>
            </a:r>
            <a:r>
              <a:rPr lang="en-US" sz="2400" dirty="0">
                <a:solidFill>
                  <a:schemeClr val="dk1"/>
                </a:solidFill>
                <a:latin typeface="Calibri" panose="020F0502020204030204"/>
                <a:ea typeface="Calibri" panose="020F0502020204030204"/>
                <a:cs typeface="Calibri" panose="020F0502020204030204"/>
                <a:sym typeface="Calibri" panose="020F0502020204030204"/>
              </a:rPr>
              <a:t> </a:t>
            </a:r>
            <a:r>
              <a:rPr lang="en-US" sz="2400" dirty="0" err="1">
                <a:solidFill>
                  <a:schemeClr val="dk1"/>
                </a:solidFill>
                <a:latin typeface="Calibri" panose="020F0502020204030204"/>
                <a:ea typeface="Calibri" panose="020F0502020204030204"/>
                <a:cs typeface="Calibri" panose="020F0502020204030204"/>
                <a:sym typeface="Calibri" panose="020F0502020204030204"/>
              </a:rPr>
              <a:t>vào</a:t>
            </a:r>
            <a:r>
              <a:rPr lang="en-US" sz="2400" dirty="0">
                <a:solidFill>
                  <a:schemeClr val="dk1"/>
                </a:solidFill>
                <a:latin typeface="Calibri" panose="020F0502020204030204"/>
                <a:ea typeface="Calibri" panose="020F0502020204030204"/>
                <a:cs typeface="Calibri" panose="020F0502020204030204"/>
                <a:sym typeface="Calibri" panose="020F0502020204030204"/>
              </a:rPr>
              <a:t> </a:t>
            </a:r>
            <a:r>
              <a:rPr lang="en-US" sz="2400" dirty="0" err="1">
                <a:solidFill>
                  <a:schemeClr val="dk1"/>
                </a:solidFill>
                <a:latin typeface="Calibri" panose="020F0502020204030204"/>
                <a:ea typeface="Calibri" panose="020F0502020204030204"/>
                <a:cs typeface="Calibri" panose="020F0502020204030204"/>
                <a:sym typeface="Calibri" panose="020F0502020204030204"/>
              </a:rPr>
              <a:t>việc</a:t>
            </a:r>
            <a:r>
              <a:rPr lang="en-US" sz="2400" dirty="0">
                <a:solidFill>
                  <a:schemeClr val="dk1"/>
                </a:solidFill>
                <a:latin typeface="Calibri" panose="020F0502020204030204"/>
                <a:ea typeface="Calibri" panose="020F0502020204030204"/>
                <a:cs typeface="Calibri" panose="020F0502020204030204"/>
                <a:sym typeface="Calibri" panose="020F0502020204030204"/>
              </a:rPr>
              <a:t> </a:t>
            </a:r>
            <a:r>
              <a:rPr lang="en-US" sz="2400" dirty="0" err="1">
                <a:solidFill>
                  <a:schemeClr val="dk1"/>
                </a:solidFill>
                <a:latin typeface="Calibri" panose="020F0502020204030204"/>
                <a:ea typeface="Calibri" panose="020F0502020204030204"/>
                <a:cs typeface="Calibri" panose="020F0502020204030204"/>
                <a:sym typeface="Calibri" panose="020F0502020204030204"/>
              </a:rPr>
              <a:t>bạn</a:t>
            </a:r>
            <a:r>
              <a:rPr lang="en-US" sz="2400" dirty="0">
                <a:solidFill>
                  <a:schemeClr val="dk1"/>
                </a:solidFill>
                <a:latin typeface="Calibri" panose="020F0502020204030204"/>
                <a:ea typeface="Calibri" panose="020F0502020204030204"/>
                <a:cs typeface="Calibri" panose="020F0502020204030204"/>
                <a:sym typeface="Calibri" panose="020F0502020204030204"/>
              </a:rPr>
              <a:t> </a:t>
            </a:r>
            <a:r>
              <a:rPr lang="en-US" sz="2400" dirty="0" err="1">
                <a:solidFill>
                  <a:schemeClr val="dk1"/>
                </a:solidFill>
                <a:latin typeface="Calibri" panose="020F0502020204030204"/>
                <a:ea typeface="Calibri" panose="020F0502020204030204"/>
                <a:cs typeface="Calibri" panose="020F0502020204030204"/>
                <a:sym typeface="Calibri" panose="020F0502020204030204"/>
              </a:rPr>
              <a:t>muốn</a:t>
            </a:r>
            <a:r>
              <a:rPr lang="en-US" sz="2400" dirty="0">
                <a:solidFill>
                  <a:schemeClr val="dk1"/>
                </a:solidFill>
                <a:latin typeface="Calibri" panose="020F0502020204030204"/>
                <a:ea typeface="Calibri" panose="020F0502020204030204"/>
                <a:cs typeface="Calibri" panose="020F0502020204030204"/>
                <a:sym typeface="Calibri" panose="020F0502020204030204"/>
              </a:rPr>
              <a:t> </a:t>
            </a:r>
            <a:r>
              <a:rPr lang="en-US" sz="2400" dirty="0" err="1">
                <a:solidFill>
                  <a:schemeClr val="dk1"/>
                </a:solidFill>
                <a:latin typeface="Calibri" panose="020F0502020204030204"/>
                <a:ea typeface="Calibri" panose="020F0502020204030204"/>
                <a:cs typeface="Calibri" panose="020F0502020204030204"/>
                <a:sym typeface="Calibri" panose="020F0502020204030204"/>
              </a:rPr>
              <a:t>khách</a:t>
            </a:r>
            <a:r>
              <a:rPr lang="en-US" sz="2400" dirty="0">
                <a:solidFill>
                  <a:schemeClr val="dk1"/>
                </a:solidFill>
                <a:latin typeface="Calibri" panose="020F0502020204030204"/>
                <a:ea typeface="Calibri" panose="020F0502020204030204"/>
                <a:cs typeface="Calibri" panose="020F0502020204030204"/>
                <a:sym typeface="Calibri" panose="020F0502020204030204"/>
              </a:rPr>
              <a:t> </a:t>
            </a:r>
            <a:r>
              <a:rPr lang="en-US" sz="2400" dirty="0" err="1">
                <a:solidFill>
                  <a:schemeClr val="dk1"/>
                </a:solidFill>
                <a:latin typeface="Calibri" panose="020F0502020204030204"/>
                <a:ea typeface="Calibri" panose="020F0502020204030204"/>
                <a:cs typeface="Calibri" panose="020F0502020204030204"/>
                <a:sym typeface="Calibri" panose="020F0502020204030204"/>
              </a:rPr>
              <a:t>truy</a:t>
            </a:r>
            <a:r>
              <a:rPr lang="en-US" sz="2400" dirty="0">
                <a:solidFill>
                  <a:schemeClr val="dk1"/>
                </a:solidFill>
                <a:latin typeface="Calibri" panose="020F0502020204030204"/>
                <a:ea typeface="Calibri" panose="020F0502020204030204"/>
                <a:cs typeface="Calibri" panose="020F0502020204030204"/>
                <a:sym typeface="Calibri" panose="020F0502020204030204"/>
              </a:rPr>
              <a:t> </a:t>
            </a:r>
            <a:r>
              <a:rPr lang="en-US" sz="2400" dirty="0" err="1">
                <a:solidFill>
                  <a:schemeClr val="dk1"/>
                </a:solidFill>
                <a:latin typeface="Calibri" panose="020F0502020204030204"/>
                <a:ea typeface="Calibri" panose="020F0502020204030204"/>
                <a:cs typeface="Calibri" panose="020F0502020204030204"/>
                <a:sym typeface="Calibri" panose="020F0502020204030204"/>
              </a:rPr>
              <a:t>cập</a:t>
            </a:r>
            <a:r>
              <a:rPr lang="en-US" sz="2400" dirty="0">
                <a:solidFill>
                  <a:schemeClr val="dk1"/>
                </a:solidFill>
                <a:latin typeface="Calibri" panose="020F0502020204030204"/>
                <a:ea typeface="Calibri" panose="020F0502020204030204"/>
                <a:cs typeface="Calibri" panose="020F0502020204030204"/>
                <a:sym typeface="Calibri" panose="020F0502020204030204"/>
              </a:rPr>
              <a:t> </a:t>
            </a:r>
            <a:r>
              <a:rPr lang="en-US" sz="2400" dirty="0" err="1">
                <a:solidFill>
                  <a:schemeClr val="dk1"/>
                </a:solidFill>
                <a:latin typeface="Calibri" panose="020F0502020204030204"/>
                <a:ea typeface="Calibri" panose="020F0502020204030204"/>
                <a:cs typeface="Calibri" panose="020F0502020204030204"/>
                <a:sym typeface="Calibri" panose="020F0502020204030204"/>
              </a:rPr>
              <a:t>tập</a:t>
            </a:r>
            <a:r>
              <a:rPr lang="en-US" sz="2400" dirty="0">
                <a:solidFill>
                  <a:schemeClr val="dk1"/>
                </a:solidFill>
                <a:latin typeface="Calibri" panose="020F0502020204030204"/>
                <a:ea typeface="Calibri" panose="020F0502020204030204"/>
                <a:cs typeface="Calibri" panose="020F0502020204030204"/>
                <a:sym typeface="Calibri" panose="020F0502020204030204"/>
              </a:rPr>
              <a:t> </a:t>
            </a:r>
            <a:r>
              <a:rPr lang="en-US" sz="2400" dirty="0" err="1">
                <a:solidFill>
                  <a:schemeClr val="dk1"/>
                </a:solidFill>
                <a:latin typeface="Calibri" panose="020F0502020204030204"/>
                <a:ea typeface="Calibri" panose="020F0502020204030204"/>
                <a:cs typeface="Calibri" panose="020F0502020204030204"/>
                <a:sym typeface="Calibri" panose="020F0502020204030204"/>
              </a:rPr>
              <a:t>trung</a:t>
            </a:r>
            <a:r>
              <a:rPr lang="en-US" sz="2400" dirty="0">
                <a:solidFill>
                  <a:schemeClr val="dk1"/>
                </a:solidFill>
                <a:latin typeface="Calibri" panose="020F0502020204030204"/>
                <a:ea typeface="Calibri" panose="020F0502020204030204"/>
                <a:cs typeface="Calibri" panose="020F0502020204030204"/>
                <a:sym typeface="Calibri" panose="020F0502020204030204"/>
              </a:rPr>
              <a:t> </a:t>
            </a:r>
            <a:r>
              <a:rPr lang="en-US" sz="2400" dirty="0" err="1">
                <a:solidFill>
                  <a:schemeClr val="dk1"/>
                </a:solidFill>
                <a:latin typeface="Calibri" panose="020F0502020204030204"/>
                <a:ea typeface="Calibri" panose="020F0502020204030204"/>
                <a:cs typeface="Calibri" panose="020F0502020204030204"/>
                <a:sym typeface="Calibri" panose="020F0502020204030204"/>
              </a:rPr>
              <a:t>vào</a:t>
            </a:r>
            <a:r>
              <a:rPr lang="en-US" sz="2400" dirty="0">
                <a:solidFill>
                  <a:schemeClr val="dk1"/>
                </a:solidFill>
                <a:latin typeface="Calibri" panose="020F0502020204030204"/>
                <a:ea typeface="Calibri" panose="020F0502020204030204"/>
                <a:cs typeface="Calibri" panose="020F0502020204030204"/>
                <a:sym typeface="Calibri" panose="020F0502020204030204"/>
              </a:rPr>
              <a:t> </a:t>
            </a:r>
            <a:r>
              <a:rPr lang="en-US" sz="2400" dirty="0" err="1">
                <a:solidFill>
                  <a:schemeClr val="dk1"/>
                </a:solidFill>
                <a:latin typeface="Calibri" panose="020F0502020204030204"/>
                <a:ea typeface="Calibri" panose="020F0502020204030204"/>
                <a:cs typeface="Calibri" panose="020F0502020204030204"/>
                <a:sym typeface="Calibri" panose="020F0502020204030204"/>
              </a:rPr>
              <a:t>điều</a:t>
            </a:r>
            <a:r>
              <a:rPr lang="en-US" sz="2400" dirty="0">
                <a:solidFill>
                  <a:schemeClr val="dk1"/>
                </a:solidFill>
                <a:latin typeface="Calibri" panose="020F0502020204030204"/>
                <a:ea typeface="Calibri" panose="020F0502020204030204"/>
                <a:cs typeface="Calibri" panose="020F0502020204030204"/>
                <a:sym typeface="Calibri" panose="020F0502020204030204"/>
              </a:rPr>
              <a:t> </a:t>
            </a:r>
            <a:r>
              <a:rPr lang="en-US" sz="2400" dirty="0" err="1">
                <a:solidFill>
                  <a:schemeClr val="dk1"/>
                </a:solidFill>
                <a:latin typeface="Calibri" panose="020F0502020204030204"/>
                <a:ea typeface="Calibri" panose="020F0502020204030204"/>
                <a:cs typeface="Calibri" panose="020F0502020204030204"/>
                <a:sym typeface="Calibri" panose="020F0502020204030204"/>
              </a:rPr>
              <a:t>gì</a:t>
            </a:r>
            <a:r>
              <a:rPr lang="en-US" sz="2400" dirty="0">
                <a:solidFill>
                  <a:schemeClr val="dk1"/>
                </a:solidFill>
                <a:latin typeface="Calibri" panose="020F0502020204030204"/>
                <a:ea typeface="Calibri" panose="020F0502020204030204"/>
                <a:cs typeface="Calibri" panose="020F0502020204030204"/>
                <a:sym typeface="Calibri" panose="020F0502020204030204"/>
              </a:rPr>
              <a:t>. </a:t>
            </a:r>
            <a:endParaRPr sz="2400" i="0" u="none" strike="noStrike" cap="none" dirty="0">
              <a:solidFill>
                <a:schemeClr val="dk1"/>
              </a:solidFill>
              <a:latin typeface="Calibri" panose="020F0502020204030204"/>
              <a:ea typeface="Calibri" panose="020F0502020204030204"/>
              <a:cs typeface="Calibri" panose="020F0502020204030204"/>
              <a:sym typeface="Calibri" panose="020F0502020204030204"/>
            </a:endParaRPr>
          </a:p>
        </p:txBody>
      </p:sp>
    </p:spTree>
    <p:extLst>
      <p:ext uri="{BB962C8B-B14F-4D97-AF65-F5344CB8AC3E}">
        <p14:creationId xmlns:p14="http://schemas.microsoft.com/office/powerpoint/2010/main" val="134270212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301"/>
        <p:cNvGrpSpPr/>
        <p:nvPr/>
      </p:nvGrpSpPr>
      <p:grpSpPr>
        <a:xfrm>
          <a:off x="0" y="0"/>
          <a:ext cx="0" cy="0"/>
          <a:chOff x="0" y="0"/>
          <a:chExt cx="0" cy="0"/>
        </a:xfrm>
      </p:grpSpPr>
      <p:sp>
        <p:nvSpPr>
          <p:cNvPr id="302" name="Google Shape;302;p34"/>
          <p:cNvSpPr txBox="1">
            <a:spLocks noGrp="1"/>
          </p:cNvSpPr>
          <p:nvPr>
            <p:ph type="title"/>
          </p:nvPr>
        </p:nvSpPr>
        <p:spPr>
          <a:xfrm>
            <a:off x="406400" y="254849"/>
            <a:ext cx="11379300" cy="613800"/>
          </a:xfrm>
          <a:prstGeom prst="rect">
            <a:avLst/>
          </a:prstGeom>
          <a:noFill/>
          <a:ln>
            <a:noFill/>
          </a:ln>
        </p:spPr>
        <p:txBody>
          <a:bodyPr spcFirstLastPara="1" wrap="square" lIns="91425" tIns="45700" rIns="91425" bIns="45700" anchor="ctr" anchorCtr="0">
            <a:normAutofit/>
          </a:bodyPr>
          <a:lstStyle/>
          <a:p>
            <a:pPr lvl="0">
              <a:buSzPts val="2800"/>
            </a:pPr>
            <a:r>
              <a:rPr lang="en-US" dirty="0"/>
              <a:t>3. </a:t>
            </a:r>
            <a:r>
              <a:rPr lang="en-US" dirty="0" err="1"/>
              <a:t>Vòng</a:t>
            </a:r>
            <a:r>
              <a:rPr lang="en-US" dirty="0"/>
              <a:t> </a:t>
            </a:r>
            <a:r>
              <a:rPr lang="en-US" dirty="0" err="1"/>
              <a:t>tròn</a:t>
            </a:r>
            <a:r>
              <a:rPr lang="en-US" dirty="0"/>
              <a:t> </a:t>
            </a:r>
            <a:r>
              <a:rPr lang="en-US" dirty="0" err="1"/>
              <a:t>màu</a:t>
            </a:r>
            <a:r>
              <a:rPr lang="en-US" dirty="0"/>
              <a:t> </a:t>
            </a:r>
            <a:r>
              <a:rPr lang="en-US" dirty="0" err="1"/>
              <a:t>và</a:t>
            </a:r>
            <a:r>
              <a:rPr lang="en-US" dirty="0"/>
              <a:t> </a:t>
            </a:r>
            <a:r>
              <a:rPr lang="en-US" dirty="0" err="1"/>
              <a:t>phương</a:t>
            </a:r>
            <a:r>
              <a:rPr lang="en-US" dirty="0"/>
              <a:t> </a:t>
            </a:r>
            <a:r>
              <a:rPr lang="en-US" dirty="0" err="1"/>
              <a:t>pháp</a:t>
            </a:r>
            <a:r>
              <a:rPr lang="en-US" dirty="0"/>
              <a:t> </a:t>
            </a:r>
            <a:r>
              <a:rPr lang="en-US" dirty="0" err="1"/>
              <a:t>phối</a:t>
            </a:r>
            <a:r>
              <a:rPr lang="en-US" dirty="0"/>
              <a:t> </a:t>
            </a:r>
            <a:r>
              <a:rPr lang="en-US" dirty="0" err="1"/>
              <a:t>màu</a:t>
            </a:r>
            <a:endParaRPr dirty="0">
              <a:solidFill>
                <a:schemeClr val="dk2"/>
              </a:solidFill>
            </a:endParaRPr>
          </a:p>
        </p:txBody>
      </p:sp>
      <p:sp>
        <p:nvSpPr>
          <p:cNvPr id="303" name="Google Shape;303;p34"/>
          <p:cNvSpPr txBox="1"/>
          <p:nvPr/>
        </p:nvSpPr>
        <p:spPr>
          <a:xfrm>
            <a:off x="406399" y="1057564"/>
            <a:ext cx="3003776" cy="3133125"/>
          </a:xfrm>
          <a:prstGeom prst="rect">
            <a:avLst/>
          </a:prstGeom>
          <a:noFill/>
          <a:ln>
            <a:noFill/>
          </a:ln>
        </p:spPr>
        <p:txBody>
          <a:bodyPr spcFirstLastPara="1" wrap="square" lIns="91425" tIns="45700" rIns="91425" bIns="45700" anchor="t" anchorCtr="0">
            <a:spAutoFit/>
          </a:bodyPr>
          <a:lstStyle/>
          <a:p>
            <a:pPr marL="457200" marR="0" lvl="1" indent="0" algn="l" rtl="0">
              <a:lnSpc>
                <a:spcPct val="130000"/>
              </a:lnSpc>
              <a:spcBef>
                <a:spcPts val="0"/>
              </a:spcBef>
              <a:spcAft>
                <a:spcPts val="0"/>
              </a:spcAft>
              <a:buClr>
                <a:schemeClr val="accent1"/>
              </a:buClr>
              <a:buSzPts val="2800"/>
              <a:buFont typeface="Arial" panose="020B0604020202020204"/>
              <a:buNone/>
            </a:pPr>
            <a:r>
              <a:rPr lang="en-US" sz="2800" b="1" dirty="0">
                <a:solidFill>
                  <a:schemeClr val="dk1"/>
                </a:solidFill>
                <a:latin typeface="Calibri" panose="020F0502020204030204"/>
                <a:ea typeface="Calibri" panose="020F0502020204030204"/>
                <a:cs typeface="Calibri" panose="020F0502020204030204"/>
                <a:sym typeface="Calibri" panose="020F0502020204030204"/>
              </a:rPr>
              <a:t>3.4.3. </a:t>
            </a:r>
            <a:r>
              <a:rPr lang="en-US" sz="2800" b="1" dirty="0" err="1">
                <a:solidFill>
                  <a:schemeClr val="dk1"/>
                </a:solidFill>
                <a:latin typeface="Calibri" panose="020F0502020204030204"/>
                <a:ea typeface="Calibri" panose="020F0502020204030204"/>
                <a:cs typeface="Calibri" panose="020F0502020204030204"/>
                <a:sym typeface="Calibri" panose="020F0502020204030204"/>
              </a:rPr>
              <a:t>Màu</a:t>
            </a:r>
            <a:r>
              <a:rPr lang="en-US" sz="2800" b="1" dirty="0">
                <a:solidFill>
                  <a:schemeClr val="dk1"/>
                </a:solidFill>
                <a:latin typeface="Calibri" panose="020F0502020204030204"/>
                <a:ea typeface="Calibri" panose="020F0502020204030204"/>
                <a:cs typeface="Calibri" panose="020F0502020204030204"/>
                <a:sym typeface="Calibri" panose="020F0502020204030204"/>
              </a:rPr>
              <a:t> </a:t>
            </a:r>
            <a:r>
              <a:rPr lang="en-US" sz="2800" b="1" dirty="0" err="1">
                <a:solidFill>
                  <a:schemeClr val="dk1"/>
                </a:solidFill>
                <a:latin typeface="Calibri" panose="020F0502020204030204"/>
                <a:ea typeface="Calibri" panose="020F0502020204030204"/>
                <a:cs typeface="Calibri" panose="020F0502020204030204"/>
                <a:sym typeface="Calibri" panose="020F0502020204030204"/>
              </a:rPr>
              <a:t>nền</a:t>
            </a:r>
            <a:r>
              <a:rPr lang="en-US" sz="2800" b="1" dirty="0">
                <a:solidFill>
                  <a:schemeClr val="dk1"/>
                </a:solidFill>
                <a:latin typeface="Calibri" panose="020F0502020204030204"/>
                <a:ea typeface="Calibri" panose="020F0502020204030204"/>
                <a:cs typeface="Calibri" panose="020F0502020204030204"/>
                <a:sym typeface="Calibri" panose="020F0502020204030204"/>
              </a:rPr>
              <a:t> website</a:t>
            </a:r>
          </a:p>
          <a:p>
            <a:pPr marL="800100" lvl="1" indent="-342900">
              <a:lnSpc>
                <a:spcPct val="130000"/>
              </a:lnSpc>
              <a:buClr>
                <a:schemeClr val="accent1"/>
              </a:buClr>
              <a:buSzPts val="2800"/>
              <a:buFontTx/>
              <a:buChar char="-"/>
            </a:pPr>
            <a:r>
              <a:rPr lang="en-US" sz="2400" dirty="0">
                <a:solidFill>
                  <a:schemeClr val="dk1"/>
                </a:solidFill>
                <a:latin typeface="Calibri" panose="020F0502020204030204"/>
                <a:ea typeface="Calibri" panose="020F0502020204030204"/>
                <a:cs typeface="Calibri" panose="020F0502020204030204"/>
                <a:sym typeface="Calibri" panose="020F0502020204030204"/>
              </a:rPr>
              <a:t>Website </a:t>
            </a:r>
            <a:r>
              <a:rPr lang="en-US" sz="2400" dirty="0" err="1">
                <a:solidFill>
                  <a:schemeClr val="dk1"/>
                </a:solidFill>
                <a:latin typeface="Calibri" panose="020F0502020204030204"/>
                <a:ea typeface="Calibri" panose="020F0502020204030204"/>
                <a:cs typeface="Calibri" panose="020F0502020204030204"/>
                <a:sym typeface="Calibri" panose="020F0502020204030204"/>
              </a:rPr>
              <a:t>chuyên</a:t>
            </a:r>
            <a:r>
              <a:rPr lang="en-US" sz="2400" dirty="0">
                <a:solidFill>
                  <a:schemeClr val="dk1"/>
                </a:solidFill>
                <a:latin typeface="Calibri" panose="020F0502020204030204"/>
                <a:ea typeface="Calibri" panose="020F0502020204030204"/>
                <a:cs typeface="Calibri" panose="020F0502020204030204"/>
                <a:sym typeface="Calibri" panose="020F0502020204030204"/>
              </a:rPr>
              <a:t> </a:t>
            </a:r>
            <a:r>
              <a:rPr lang="en-US" sz="2400" dirty="0" err="1">
                <a:solidFill>
                  <a:schemeClr val="dk1"/>
                </a:solidFill>
                <a:latin typeface="Calibri" panose="020F0502020204030204"/>
                <a:ea typeface="Calibri" panose="020F0502020204030204"/>
                <a:cs typeface="Calibri" panose="020F0502020204030204"/>
                <a:sym typeface="Calibri" panose="020F0502020204030204"/>
              </a:rPr>
              <a:t>sâu</a:t>
            </a:r>
            <a:r>
              <a:rPr lang="en-US" sz="2400" dirty="0">
                <a:solidFill>
                  <a:schemeClr val="dk1"/>
                </a:solidFill>
                <a:latin typeface="Calibri" panose="020F0502020204030204"/>
                <a:ea typeface="Calibri" panose="020F0502020204030204"/>
                <a:cs typeface="Calibri" panose="020F0502020204030204"/>
                <a:sym typeface="Calibri" panose="020F0502020204030204"/>
              </a:rPr>
              <a:t> </a:t>
            </a:r>
            <a:r>
              <a:rPr lang="en-US" sz="2400" dirty="0" err="1">
                <a:solidFill>
                  <a:schemeClr val="dk1"/>
                </a:solidFill>
                <a:latin typeface="Calibri" panose="020F0502020204030204"/>
                <a:ea typeface="Calibri" panose="020F0502020204030204"/>
                <a:cs typeface="Calibri" panose="020F0502020204030204"/>
                <a:sym typeface="Calibri" panose="020F0502020204030204"/>
              </a:rPr>
              <a:t>về</a:t>
            </a:r>
            <a:r>
              <a:rPr lang="en-US" sz="2400" dirty="0">
                <a:solidFill>
                  <a:schemeClr val="dk1"/>
                </a:solidFill>
                <a:latin typeface="Calibri" panose="020F0502020204030204"/>
                <a:ea typeface="Calibri" panose="020F0502020204030204"/>
                <a:cs typeface="Calibri" panose="020F0502020204030204"/>
                <a:sym typeface="Calibri" panose="020F0502020204030204"/>
              </a:rPr>
              <a:t> </a:t>
            </a:r>
            <a:r>
              <a:rPr lang="en-US" sz="2400" dirty="0" err="1">
                <a:solidFill>
                  <a:schemeClr val="dk1"/>
                </a:solidFill>
                <a:latin typeface="Calibri" panose="020F0502020204030204"/>
                <a:ea typeface="Calibri" panose="020F0502020204030204"/>
                <a:cs typeface="Calibri" panose="020F0502020204030204"/>
                <a:sym typeface="Calibri" panose="020F0502020204030204"/>
              </a:rPr>
              <a:t>nội</a:t>
            </a:r>
            <a:r>
              <a:rPr lang="en-US" sz="2400" dirty="0">
                <a:solidFill>
                  <a:schemeClr val="dk1"/>
                </a:solidFill>
                <a:latin typeface="Calibri" panose="020F0502020204030204"/>
                <a:ea typeface="Calibri" panose="020F0502020204030204"/>
                <a:cs typeface="Calibri" panose="020F0502020204030204"/>
                <a:sym typeface="Calibri" panose="020F0502020204030204"/>
              </a:rPr>
              <a:t> dung </a:t>
            </a:r>
            <a:r>
              <a:rPr lang="en-US" sz="2400" dirty="0" err="1">
                <a:solidFill>
                  <a:schemeClr val="dk1"/>
                </a:solidFill>
                <a:latin typeface="Calibri" panose="020F0502020204030204"/>
                <a:ea typeface="Calibri" panose="020F0502020204030204"/>
                <a:cs typeface="Calibri" panose="020F0502020204030204"/>
                <a:sym typeface="Calibri" panose="020F0502020204030204"/>
              </a:rPr>
              <a:t>hoặc</a:t>
            </a:r>
            <a:r>
              <a:rPr lang="en-US" sz="2400" dirty="0">
                <a:solidFill>
                  <a:schemeClr val="dk1"/>
                </a:solidFill>
                <a:latin typeface="Calibri" panose="020F0502020204030204"/>
                <a:ea typeface="Calibri" panose="020F0502020204030204"/>
                <a:cs typeface="Calibri" panose="020F0502020204030204"/>
                <a:sym typeface="Calibri" panose="020F0502020204030204"/>
              </a:rPr>
              <a:t> </a:t>
            </a:r>
            <a:r>
              <a:rPr lang="en-US" sz="2400" dirty="0" err="1">
                <a:solidFill>
                  <a:schemeClr val="dk1"/>
                </a:solidFill>
                <a:latin typeface="Calibri" panose="020F0502020204030204"/>
                <a:ea typeface="Calibri" panose="020F0502020204030204"/>
                <a:cs typeface="Calibri" panose="020F0502020204030204"/>
                <a:sym typeface="Calibri" panose="020F0502020204030204"/>
              </a:rPr>
              <a:t>thương</a:t>
            </a:r>
            <a:r>
              <a:rPr lang="en-US" sz="2400" dirty="0">
                <a:solidFill>
                  <a:schemeClr val="dk1"/>
                </a:solidFill>
                <a:latin typeface="Calibri" panose="020F0502020204030204"/>
                <a:ea typeface="Calibri" panose="020F0502020204030204"/>
                <a:cs typeface="Calibri" panose="020F0502020204030204"/>
                <a:sym typeface="Calibri" panose="020F0502020204030204"/>
              </a:rPr>
              <a:t> </a:t>
            </a:r>
            <a:r>
              <a:rPr lang="en-US" sz="2400" dirty="0" err="1">
                <a:solidFill>
                  <a:schemeClr val="dk1"/>
                </a:solidFill>
                <a:latin typeface="Calibri" panose="020F0502020204030204"/>
                <a:ea typeface="Calibri" panose="020F0502020204030204"/>
                <a:cs typeface="Calibri" panose="020F0502020204030204"/>
                <a:sym typeface="Calibri" panose="020F0502020204030204"/>
              </a:rPr>
              <a:t>mại</a:t>
            </a:r>
            <a:r>
              <a:rPr lang="en-US" sz="2400" dirty="0">
                <a:solidFill>
                  <a:schemeClr val="dk1"/>
                </a:solidFill>
                <a:latin typeface="Calibri" panose="020F0502020204030204"/>
                <a:ea typeface="Calibri" panose="020F0502020204030204"/>
                <a:cs typeface="Calibri" panose="020F0502020204030204"/>
                <a:sym typeface="Calibri" panose="020F0502020204030204"/>
              </a:rPr>
              <a:t> </a:t>
            </a:r>
            <a:r>
              <a:rPr lang="en-US" sz="2400" dirty="0" err="1">
                <a:solidFill>
                  <a:schemeClr val="dk1"/>
                </a:solidFill>
                <a:latin typeface="Calibri" panose="020F0502020204030204"/>
                <a:ea typeface="Calibri" panose="020F0502020204030204"/>
                <a:cs typeface="Calibri" panose="020F0502020204030204"/>
                <a:sym typeface="Calibri" panose="020F0502020204030204"/>
              </a:rPr>
              <a:t>điện</a:t>
            </a:r>
            <a:r>
              <a:rPr lang="en-US" sz="2400" dirty="0">
                <a:solidFill>
                  <a:schemeClr val="dk1"/>
                </a:solidFill>
                <a:latin typeface="Calibri" panose="020F0502020204030204"/>
                <a:ea typeface="Calibri" panose="020F0502020204030204"/>
                <a:cs typeface="Calibri" panose="020F0502020204030204"/>
                <a:sym typeface="Calibri" panose="020F0502020204030204"/>
              </a:rPr>
              <a:t> </a:t>
            </a:r>
            <a:r>
              <a:rPr lang="en-US" sz="2400" dirty="0" err="1">
                <a:solidFill>
                  <a:schemeClr val="dk1"/>
                </a:solidFill>
                <a:latin typeface="Calibri" panose="020F0502020204030204"/>
                <a:ea typeface="Calibri" panose="020F0502020204030204"/>
                <a:cs typeface="Calibri" panose="020F0502020204030204"/>
                <a:sym typeface="Calibri" panose="020F0502020204030204"/>
              </a:rPr>
              <a:t>tử</a:t>
            </a:r>
            <a:endParaRPr lang="en-US" sz="2400" dirty="0">
              <a:solidFill>
                <a:schemeClr val="dk1"/>
              </a:solidFill>
              <a:latin typeface="Calibri" panose="020F0502020204030204"/>
              <a:ea typeface="Calibri" panose="020F0502020204030204"/>
              <a:cs typeface="Calibri" panose="020F0502020204030204"/>
              <a:sym typeface="Calibri" panose="020F0502020204030204"/>
            </a:endParaRPr>
          </a:p>
        </p:txBody>
      </p:sp>
      <p:pic>
        <p:nvPicPr>
          <p:cNvPr id="2" name="Picture 1"/>
          <p:cNvPicPr>
            <a:picLocks noChangeAspect="1"/>
          </p:cNvPicPr>
          <p:nvPr/>
        </p:nvPicPr>
        <p:blipFill>
          <a:blip r:embed="rId3"/>
          <a:stretch>
            <a:fillRect/>
          </a:stretch>
        </p:blipFill>
        <p:spPr>
          <a:xfrm>
            <a:off x="3984725" y="1247383"/>
            <a:ext cx="7800975" cy="4772025"/>
          </a:xfrm>
          <a:prstGeom prst="rect">
            <a:avLst/>
          </a:prstGeom>
        </p:spPr>
      </p:pic>
    </p:spTree>
    <p:extLst>
      <p:ext uri="{BB962C8B-B14F-4D97-AF65-F5344CB8AC3E}">
        <p14:creationId xmlns:p14="http://schemas.microsoft.com/office/powerpoint/2010/main" val="308293447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301"/>
        <p:cNvGrpSpPr/>
        <p:nvPr/>
      </p:nvGrpSpPr>
      <p:grpSpPr>
        <a:xfrm>
          <a:off x="0" y="0"/>
          <a:ext cx="0" cy="0"/>
          <a:chOff x="0" y="0"/>
          <a:chExt cx="0" cy="0"/>
        </a:xfrm>
      </p:grpSpPr>
      <p:sp>
        <p:nvSpPr>
          <p:cNvPr id="302" name="Google Shape;302;p34"/>
          <p:cNvSpPr txBox="1">
            <a:spLocks noGrp="1"/>
          </p:cNvSpPr>
          <p:nvPr>
            <p:ph type="title"/>
          </p:nvPr>
        </p:nvSpPr>
        <p:spPr>
          <a:xfrm>
            <a:off x="406400" y="254849"/>
            <a:ext cx="11379300" cy="613800"/>
          </a:xfrm>
          <a:prstGeom prst="rect">
            <a:avLst/>
          </a:prstGeom>
          <a:noFill/>
          <a:ln>
            <a:noFill/>
          </a:ln>
        </p:spPr>
        <p:txBody>
          <a:bodyPr spcFirstLastPara="1" wrap="square" lIns="91425" tIns="45700" rIns="91425" bIns="45700" anchor="ctr" anchorCtr="0">
            <a:normAutofit/>
          </a:bodyPr>
          <a:lstStyle/>
          <a:p>
            <a:pPr lvl="0">
              <a:buSzPts val="2800"/>
            </a:pPr>
            <a:r>
              <a:rPr lang="en-US" dirty="0"/>
              <a:t>3. </a:t>
            </a:r>
            <a:r>
              <a:rPr lang="en-US" dirty="0" err="1"/>
              <a:t>Vòng</a:t>
            </a:r>
            <a:r>
              <a:rPr lang="en-US" dirty="0"/>
              <a:t> </a:t>
            </a:r>
            <a:r>
              <a:rPr lang="en-US" dirty="0" err="1"/>
              <a:t>tròn</a:t>
            </a:r>
            <a:r>
              <a:rPr lang="en-US" dirty="0"/>
              <a:t> </a:t>
            </a:r>
            <a:r>
              <a:rPr lang="en-US" dirty="0" err="1"/>
              <a:t>màu</a:t>
            </a:r>
            <a:r>
              <a:rPr lang="en-US" dirty="0"/>
              <a:t> </a:t>
            </a:r>
            <a:r>
              <a:rPr lang="en-US" dirty="0" err="1"/>
              <a:t>và</a:t>
            </a:r>
            <a:r>
              <a:rPr lang="en-US" dirty="0"/>
              <a:t> </a:t>
            </a:r>
            <a:r>
              <a:rPr lang="en-US" dirty="0" err="1"/>
              <a:t>phương</a:t>
            </a:r>
            <a:r>
              <a:rPr lang="en-US" dirty="0"/>
              <a:t> </a:t>
            </a:r>
            <a:r>
              <a:rPr lang="en-US" dirty="0" err="1"/>
              <a:t>pháp</a:t>
            </a:r>
            <a:r>
              <a:rPr lang="en-US" dirty="0"/>
              <a:t> </a:t>
            </a:r>
            <a:r>
              <a:rPr lang="en-US" dirty="0" err="1"/>
              <a:t>phối</a:t>
            </a:r>
            <a:r>
              <a:rPr lang="en-US" dirty="0"/>
              <a:t> </a:t>
            </a:r>
            <a:r>
              <a:rPr lang="en-US" dirty="0" err="1"/>
              <a:t>màu</a:t>
            </a:r>
            <a:endParaRPr dirty="0">
              <a:solidFill>
                <a:schemeClr val="dk2"/>
              </a:solidFill>
            </a:endParaRPr>
          </a:p>
        </p:txBody>
      </p:sp>
      <p:sp>
        <p:nvSpPr>
          <p:cNvPr id="303" name="Google Shape;303;p34"/>
          <p:cNvSpPr txBox="1"/>
          <p:nvPr/>
        </p:nvSpPr>
        <p:spPr>
          <a:xfrm>
            <a:off x="406398" y="1057564"/>
            <a:ext cx="3864387" cy="3133125"/>
          </a:xfrm>
          <a:prstGeom prst="rect">
            <a:avLst/>
          </a:prstGeom>
          <a:noFill/>
          <a:ln>
            <a:noFill/>
          </a:ln>
        </p:spPr>
        <p:txBody>
          <a:bodyPr spcFirstLastPara="1" wrap="square" lIns="91425" tIns="45700" rIns="91425" bIns="45700" anchor="t" anchorCtr="0">
            <a:spAutoFit/>
          </a:bodyPr>
          <a:lstStyle/>
          <a:p>
            <a:pPr marL="457200" marR="0" lvl="1" indent="0" algn="l" rtl="0">
              <a:lnSpc>
                <a:spcPct val="130000"/>
              </a:lnSpc>
              <a:spcBef>
                <a:spcPts val="0"/>
              </a:spcBef>
              <a:spcAft>
                <a:spcPts val="0"/>
              </a:spcAft>
              <a:buClr>
                <a:schemeClr val="accent1"/>
              </a:buClr>
              <a:buSzPts val="2800"/>
              <a:buFont typeface="Arial" panose="020B0604020202020204"/>
              <a:buNone/>
            </a:pPr>
            <a:r>
              <a:rPr lang="en-US" sz="2800" b="1" dirty="0">
                <a:solidFill>
                  <a:schemeClr val="dk1"/>
                </a:solidFill>
                <a:latin typeface="Calibri" panose="020F0502020204030204"/>
                <a:ea typeface="Calibri" panose="020F0502020204030204"/>
                <a:cs typeface="Calibri" panose="020F0502020204030204"/>
                <a:sym typeface="Calibri" panose="020F0502020204030204"/>
              </a:rPr>
              <a:t>3.4.3. </a:t>
            </a:r>
            <a:r>
              <a:rPr lang="en-US" sz="2800" b="1" dirty="0" err="1">
                <a:solidFill>
                  <a:schemeClr val="dk1"/>
                </a:solidFill>
                <a:latin typeface="Calibri" panose="020F0502020204030204"/>
                <a:ea typeface="Calibri" panose="020F0502020204030204"/>
                <a:cs typeface="Calibri" panose="020F0502020204030204"/>
                <a:sym typeface="Calibri" panose="020F0502020204030204"/>
              </a:rPr>
              <a:t>Màu</a:t>
            </a:r>
            <a:r>
              <a:rPr lang="en-US" sz="2800" b="1" dirty="0">
                <a:solidFill>
                  <a:schemeClr val="dk1"/>
                </a:solidFill>
                <a:latin typeface="Calibri" panose="020F0502020204030204"/>
                <a:ea typeface="Calibri" panose="020F0502020204030204"/>
                <a:cs typeface="Calibri" panose="020F0502020204030204"/>
                <a:sym typeface="Calibri" panose="020F0502020204030204"/>
              </a:rPr>
              <a:t> </a:t>
            </a:r>
            <a:r>
              <a:rPr lang="en-US" sz="2800" b="1" dirty="0" err="1">
                <a:solidFill>
                  <a:schemeClr val="dk1"/>
                </a:solidFill>
                <a:latin typeface="Calibri" panose="020F0502020204030204"/>
                <a:ea typeface="Calibri" panose="020F0502020204030204"/>
                <a:cs typeface="Calibri" panose="020F0502020204030204"/>
                <a:sym typeface="Calibri" panose="020F0502020204030204"/>
              </a:rPr>
              <a:t>nền</a:t>
            </a:r>
            <a:r>
              <a:rPr lang="en-US" sz="2800" b="1" dirty="0">
                <a:solidFill>
                  <a:schemeClr val="dk1"/>
                </a:solidFill>
                <a:latin typeface="Calibri" panose="020F0502020204030204"/>
                <a:ea typeface="Calibri" panose="020F0502020204030204"/>
                <a:cs typeface="Calibri" panose="020F0502020204030204"/>
                <a:sym typeface="Calibri" panose="020F0502020204030204"/>
              </a:rPr>
              <a:t> website</a:t>
            </a:r>
          </a:p>
          <a:p>
            <a:pPr marL="800100" lvl="1" indent="-342900">
              <a:lnSpc>
                <a:spcPct val="130000"/>
              </a:lnSpc>
              <a:buClr>
                <a:schemeClr val="accent1"/>
              </a:buClr>
              <a:buSzPts val="2800"/>
              <a:buFontTx/>
              <a:buChar char="-"/>
            </a:pPr>
            <a:r>
              <a:rPr lang="en-US" sz="2400" dirty="0">
                <a:solidFill>
                  <a:schemeClr val="dk1"/>
                </a:solidFill>
                <a:latin typeface="Calibri" panose="020F0502020204030204"/>
                <a:ea typeface="Calibri" panose="020F0502020204030204"/>
                <a:cs typeface="Calibri" panose="020F0502020204030204"/>
                <a:sym typeface="Calibri" panose="020F0502020204030204"/>
              </a:rPr>
              <a:t>Website </a:t>
            </a:r>
            <a:r>
              <a:rPr lang="en-US" sz="2400" dirty="0" err="1">
                <a:solidFill>
                  <a:schemeClr val="dk1"/>
                </a:solidFill>
                <a:latin typeface="Calibri" panose="020F0502020204030204"/>
                <a:ea typeface="Calibri" panose="020F0502020204030204"/>
                <a:cs typeface="Calibri" panose="020F0502020204030204"/>
                <a:sym typeface="Calibri" panose="020F0502020204030204"/>
              </a:rPr>
              <a:t>doanh</a:t>
            </a:r>
            <a:r>
              <a:rPr lang="en-US" sz="2400" dirty="0">
                <a:solidFill>
                  <a:schemeClr val="dk1"/>
                </a:solidFill>
                <a:latin typeface="Calibri" panose="020F0502020204030204"/>
                <a:ea typeface="Calibri" panose="020F0502020204030204"/>
                <a:cs typeface="Calibri" panose="020F0502020204030204"/>
                <a:sym typeface="Calibri" panose="020F0502020204030204"/>
              </a:rPr>
              <a:t> </a:t>
            </a:r>
            <a:r>
              <a:rPr lang="en-US" sz="2400" dirty="0" err="1">
                <a:solidFill>
                  <a:schemeClr val="dk1"/>
                </a:solidFill>
                <a:latin typeface="Calibri" panose="020F0502020204030204"/>
                <a:ea typeface="Calibri" panose="020F0502020204030204"/>
                <a:cs typeface="Calibri" panose="020F0502020204030204"/>
                <a:sym typeface="Calibri" panose="020F0502020204030204"/>
              </a:rPr>
              <a:t>nghiệp</a:t>
            </a:r>
            <a:r>
              <a:rPr lang="en-US" sz="2400" dirty="0">
                <a:solidFill>
                  <a:schemeClr val="dk1"/>
                </a:solidFill>
                <a:latin typeface="Calibri" panose="020F0502020204030204"/>
                <a:ea typeface="Calibri" panose="020F0502020204030204"/>
                <a:cs typeface="Calibri" panose="020F0502020204030204"/>
                <a:sym typeface="Calibri" panose="020F0502020204030204"/>
              </a:rPr>
              <a:t> </a:t>
            </a:r>
            <a:r>
              <a:rPr lang="en-US" sz="2400" dirty="0" err="1">
                <a:solidFill>
                  <a:schemeClr val="dk1"/>
                </a:solidFill>
                <a:latin typeface="Calibri" panose="020F0502020204030204"/>
                <a:ea typeface="Calibri" panose="020F0502020204030204"/>
                <a:cs typeface="Calibri" panose="020F0502020204030204"/>
                <a:sym typeface="Calibri" panose="020F0502020204030204"/>
              </a:rPr>
              <a:t>và</a:t>
            </a:r>
            <a:r>
              <a:rPr lang="en-US" sz="2400" dirty="0">
                <a:solidFill>
                  <a:schemeClr val="dk1"/>
                </a:solidFill>
                <a:latin typeface="Calibri" panose="020F0502020204030204"/>
                <a:ea typeface="Calibri" panose="020F0502020204030204"/>
                <a:cs typeface="Calibri" panose="020F0502020204030204"/>
                <a:sym typeface="Calibri" panose="020F0502020204030204"/>
              </a:rPr>
              <a:t> </a:t>
            </a:r>
            <a:r>
              <a:rPr lang="en-US" sz="2400" dirty="0" err="1">
                <a:solidFill>
                  <a:schemeClr val="dk1"/>
                </a:solidFill>
                <a:latin typeface="Calibri" panose="020F0502020204030204"/>
                <a:ea typeface="Calibri" panose="020F0502020204030204"/>
                <a:cs typeface="Calibri" panose="020F0502020204030204"/>
                <a:sym typeface="Calibri" panose="020F0502020204030204"/>
              </a:rPr>
              <a:t>tổ</a:t>
            </a:r>
            <a:r>
              <a:rPr lang="en-US" sz="2400" dirty="0">
                <a:solidFill>
                  <a:schemeClr val="dk1"/>
                </a:solidFill>
                <a:latin typeface="Calibri" panose="020F0502020204030204"/>
                <a:ea typeface="Calibri" panose="020F0502020204030204"/>
                <a:cs typeface="Calibri" panose="020F0502020204030204"/>
                <a:sym typeface="Calibri" panose="020F0502020204030204"/>
              </a:rPr>
              <a:t> </a:t>
            </a:r>
            <a:r>
              <a:rPr lang="en-US" sz="2400" dirty="0" err="1">
                <a:solidFill>
                  <a:schemeClr val="dk1"/>
                </a:solidFill>
                <a:latin typeface="Calibri" panose="020F0502020204030204"/>
                <a:ea typeface="Calibri" panose="020F0502020204030204"/>
                <a:cs typeface="Calibri" panose="020F0502020204030204"/>
                <a:sym typeface="Calibri" panose="020F0502020204030204"/>
              </a:rPr>
              <a:t>chức</a:t>
            </a:r>
            <a:endParaRPr lang="en-US" sz="2400" dirty="0">
              <a:solidFill>
                <a:schemeClr val="dk1"/>
              </a:solidFill>
              <a:latin typeface="Calibri" panose="020F0502020204030204"/>
              <a:ea typeface="Calibri" panose="020F0502020204030204"/>
              <a:cs typeface="Calibri" panose="020F0502020204030204"/>
              <a:sym typeface="Calibri" panose="020F0502020204030204"/>
            </a:endParaRPr>
          </a:p>
          <a:p>
            <a:pPr marL="457200" lvl="1">
              <a:lnSpc>
                <a:spcPct val="130000"/>
              </a:lnSpc>
              <a:buClr>
                <a:schemeClr val="accent1"/>
              </a:buClr>
              <a:buSzPts val="2800"/>
            </a:pPr>
            <a:r>
              <a:rPr lang="en-US" sz="2400" dirty="0">
                <a:solidFill>
                  <a:schemeClr val="dk1"/>
                </a:solidFill>
                <a:latin typeface="Calibri" panose="020F0502020204030204"/>
                <a:ea typeface="Calibri" panose="020F0502020204030204"/>
                <a:cs typeface="Calibri" panose="020F0502020204030204"/>
                <a:sym typeface="Wingdings" panose="05000000000000000000" pitchFamily="2" charset="2"/>
              </a:rPr>
              <a:t> </a:t>
            </a:r>
            <a:r>
              <a:rPr lang="en-US" sz="2400" dirty="0" err="1">
                <a:solidFill>
                  <a:schemeClr val="dk1"/>
                </a:solidFill>
                <a:latin typeface="Calibri" panose="020F0502020204030204"/>
                <a:ea typeface="Calibri" panose="020F0502020204030204"/>
                <a:cs typeface="Calibri" panose="020F0502020204030204"/>
                <a:sym typeface="Wingdings" panose="05000000000000000000" pitchFamily="2" charset="2"/>
              </a:rPr>
              <a:t>Thúc</a:t>
            </a:r>
            <a:r>
              <a:rPr lang="en-US" sz="2400" dirty="0">
                <a:solidFill>
                  <a:schemeClr val="dk1"/>
                </a:solidFill>
                <a:latin typeface="Calibri" panose="020F0502020204030204"/>
                <a:ea typeface="Calibri" panose="020F0502020204030204"/>
                <a:cs typeface="Calibri" panose="020F0502020204030204"/>
                <a:sym typeface="Wingdings" panose="05000000000000000000" pitchFamily="2" charset="2"/>
              </a:rPr>
              <a:t> </a:t>
            </a:r>
            <a:r>
              <a:rPr lang="en-US" sz="2400" dirty="0" err="1">
                <a:solidFill>
                  <a:schemeClr val="dk1"/>
                </a:solidFill>
                <a:latin typeface="Calibri" panose="020F0502020204030204"/>
                <a:ea typeface="Calibri" panose="020F0502020204030204"/>
                <a:cs typeface="Calibri" panose="020F0502020204030204"/>
                <a:sym typeface="Wingdings" panose="05000000000000000000" pitchFamily="2" charset="2"/>
              </a:rPr>
              <a:t>đẩy</a:t>
            </a:r>
            <a:r>
              <a:rPr lang="en-US" sz="2400" dirty="0">
                <a:solidFill>
                  <a:schemeClr val="dk1"/>
                </a:solidFill>
                <a:latin typeface="Calibri" panose="020F0502020204030204"/>
                <a:ea typeface="Calibri" panose="020F0502020204030204"/>
                <a:cs typeface="Calibri" panose="020F0502020204030204"/>
                <a:sym typeface="Wingdings" panose="05000000000000000000" pitchFamily="2" charset="2"/>
              </a:rPr>
              <a:t> </a:t>
            </a:r>
            <a:r>
              <a:rPr lang="en-US" sz="2400" dirty="0" err="1">
                <a:solidFill>
                  <a:schemeClr val="dk1"/>
                </a:solidFill>
                <a:latin typeface="Calibri" panose="020F0502020204030204"/>
                <a:ea typeface="Calibri" panose="020F0502020204030204"/>
                <a:cs typeface="Calibri" panose="020F0502020204030204"/>
                <a:sym typeface="Wingdings" panose="05000000000000000000" pitchFamily="2" charset="2"/>
              </a:rPr>
              <a:t>thương</a:t>
            </a:r>
            <a:r>
              <a:rPr lang="en-US" sz="2400" dirty="0">
                <a:solidFill>
                  <a:schemeClr val="dk1"/>
                </a:solidFill>
                <a:latin typeface="Calibri" panose="020F0502020204030204"/>
                <a:ea typeface="Calibri" panose="020F0502020204030204"/>
                <a:cs typeface="Calibri" panose="020F0502020204030204"/>
                <a:sym typeface="Wingdings" panose="05000000000000000000" pitchFamily="2" charset="2"/>
              </a:rPr>
              <a:t> </a:t>
            </a:r>
            <a:r>
              <a:rPr lang="en-US" sz="2400" dirty="0" err="1">
                <a:solidFill>
                  <a:schemeClr val="dk1"/>
                </a:solidFill>
                <a:latin typeface="Calibri" panose="020F0502020204030204"/>
                <a:ea typeface="Calibri" panose="020F0502020204030204"/>
                <a:cs typeface="Calibri" panose="020F0502020204030204"/>
                <a:sym typeface="Wingdings" panose="05000000000000000000" pitchFamily="2" charset="2"/>
              </a:rPr>
              <a:t>hiệu</a:t>
            </a:r>
            <a:endParaRPr lang="en-US" sz="2400" dirty="0">
              <a:solidFill>
                <a:schemeClr val="dk1"/>
              </a:solidFill>
              <a:latin typeface="Calibri" panose="020F0502020204030204"/>
              <a:ea typeface="Calibri" panose="020F0502020204030204"/>
              <a:cs typeface="Calibri" panose="020F0502020204030204"/>
              <a:sym typeface="Calibri" panose="020F0502020204030204"/>
            </a:endParaRPr>
          </a:p>
          <a:p>
            <a:pPr marL="457200" lvl="1">
              <a:lnSpc>
                <a:spcPct val="130000"/>
              </a:lnSpc>
              <a:buClr>
                <a:schemeClr val="accent1"/>
              </a:buClr>
              <a:buSzPts val="2800"/>
            </a:pPr>
            <a:endParaRPr lang="en-US" sz="2400" dirty="0">
              <a:solidFill>
                <a:schemeClr val="dk1"/>
              </a:solidFill>
              <a:latin typeface="Calibri" panose="020F0502020204030204"/>
              <a:ea typeface="Calibri" panose="020F0502020204030204"/>
              <a:cs typeface="Calibri" panose="020F0502020204030204"/>
              <a:sym typeface="Calibri" panose="020F0502020204030204"/>
            </a:endParaRPr>
          </a:p>
        </p:txBody>
      </p:sp>
      <p:pic>
        <p:nvPicPr>
          <p:cNvPr id="3" name="Picture 2"/>
          <p:cNvPicPr>
            <a:picLocks noChangeAspect="1"/>
          </p:cNvPicPr>
          <p:nvPr/>
        </p:nvPicPr>
        <p:blipFill>
          <a:blip r:embed="rId3"/>
          <a:stretch>
            <a:fillRect/>
          </a:stretch>
        </p:blipFill>
        <p:spPr>
          <a:xfrm>
            <a:off x="5077609" y="1057564"/>
            <a:ext cx="6708091" cy="5269469"/>
          </a:xfrm>
          <a:prstGeom prst="rect">
            <a:avLst/>
          </a:prstGeom>
        </p:spPr>
      </p:pic>
    </p:spTree>
    <p:extLst>
      <p:ext uri="{BB962C8B-B14F-4D97-AF65-F5344CB8AC3E}">
        <p14:creationId xmlns:p14="http://schemas.microsoft.com/office/powerpoint/2010/main" val="193965484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301"/>
        <p:cNvGrpSpPr/>
        <p:nvPr/>
      </p:nvGrpSpPr>
      <p:grpSpPr>
        <a:xfrm>
          <a:off x="0" y="0"/>
          <a:ext cx="0" cy="0"/>
          <a:chOff x="0" y="0"/>
          <a:chExt cx="0" cy="0"/>
        </a:xfrm>
      </p:grpSpPr>
      <p:sp>
        <p:nvSpPr>
          <p:cNvPr id="302" name="Google Shape;302;p34"/>
          <p:cNvSpPr txBox="1">
            <a:spLocks noGrp="1"/>
          </p:cNvSpPr>
          <p:nvPr>
            <p:ph type="title"/>
          </p:nvPr>
        </p:nvSpPr>
        <p:spPr>
          <a:xfrm>
            <a:off x="406400" y="254849"/>
            <a:ext cx="11379300" cy="613800"/>
          </a:xfrm>
          <a:prstGeom prst="rect">
            <a:avLst/>
          </a:prstGeom>
          <a:noFill/>
          <a:ln>
            <a:noFill/>
          </a:ln>
        </p:spPr>
        <p:txBody>
          <a:bodyPr spcFirstLastPara="1" wrap="square" lIns="91425" tIns="45700" rIns="91425" bIns="45700" anchor="ctr" anchorCtr="0">
            <a:normAutofit/>
          </a:bodyPr>
          <a:lstStyle/>
          <a:p>
            <a:pPr lvl="0">
              <a:buSzPts val="2800"/>
            </a:pPr>
            <a:r>
              <a:rPr lang="en-US" dirty="0"/>
              <a:t>3. </a:t>
            </a:r>
            <a:r>
              <a:rPr lang="en-US" dirty="0" err="1"/>
              <a:t>Vòng</a:t>
            </a:r>
            <a:r>
              <a:rPr lang="en-US" dirty="0"/>
              <a:t> </a:t>
            </a:r>
            <a:r>
              <a:rPr lang="en-US" dirty="0" err="1"/>
              <a:t>tròn</a:t>
            </a:r>
            <a:r>
              <a:rPr lang="en-US" dirty="0"/>
              <a:t> </a:t>
            </a:r>
            <a:r>
              <a:rPr lang="en-US" dirty="0" err="1"/>
              <a:t>màu</a:t>
            </a:r>
            <a:r>
              <a:rPr lang="en-US" dirty="0"/>
              <a:t> </a:t>
            </a:r>
            <a:r>
              <a:rPr lang="en-US" dirty="0" err="1"/>
              <a:t>và</a:t>
            </a:r>
            <a:r>
              <a:rPr lang="en-US" dirty="0"/>
              <a:t> </a:t>
            </a:r>
            <a:r>
              <a:rPr lang="en-US" dirty="0" err="1"/>
              <a:t>phương</a:t>
            </a:r>
            <a:r>
              <a:rPr lang="en-US" dirty="0"/>
              <a:t> </a:t>
            </a:r>
            <a:r>
              <a:rPr lang="en-US" dirty="0" err="1"/>
              <a:t>pháp</a:t>
            </a:r>
            <a:r>
              <a:rPr lang="en-US" dirty="0"/>
              <a:t> </a:t>
            </a:r>
            <a:r>
              <a:rPr lang="en-US" dirty="0" err="1"/>
              <a:t>phối</a:t>
            </a:r>
            <a:r>
              <a:rPr lang="en-US" dirty="0"/>
              <a:t> </a:t>
            </a:r>
            <a:r>
              <a:rPr lang="en-US" dirty="0" err="1"/>
              <a:t>màu</a:t>
            </a:r>
            <a:endParaRPr dirty="0">
              <a:solidFill>
                <a:schemeClr val="dk2"/>
              </a:solidFill>
            </a:endParaRPr>
          </a:p>
        </p:txBody>
      </p:sp>
      <p:sp>
        <p:nvSpPr>
          <p:cNvPr id="303" name="Google Shape;303;p34"/>
          <p:cNvSpPr txBox="1"/>
          <p:nvPr/>
        </p:nvSpPr>
        <p:spPr>
          <a:xfrm>
            <a:off x="406399" y="1057564"/>
            <a:ext cx="3455596" cy="2652994"/>
          </a:xfrm>
          <a:prstGeom prst="rect">
            <a:avLst/>
          </a:prstGeom>
          <a:noFill/>
          <a:ln>
            <a:noFill/>
          </a:ln>
        </p:spPr>
        <p:txBody>
          <a:bodyPr spcFirstLastPara="1" wrap="square" lIns="91425" tIns="45700" rIns="91425" bIns="45700" anchor="t" anchorCtr="0">
            <a:spAutoFit/>
          </a:bodyPr>
          <a:lstStyle/>
          <a:p>
            <a:pPr marL="457200" marR="0" lvl="1" indent="0" algn="l" rtl="0">
              <a:lnSpc>
                <a:spcPct val="130000"/>
              </a:lnSpc>
              <a:spcBef>
                <a:spcPts val="0"/>
              </a:spcBef>
              <a:spcAft>
                <a:spcPts val="0"/>
              </a:spcAft>
              <a:buClr>
                <a:schemeClr val="accent1"/>
              </a:buClr>
              <a:buSzPts val="2800"/>
              <a:buFont typeface="Arial" panose="020B0604020202020204"/>
              <a:buNone/>
            </a:pPr>
            <a:r>
              <a:rPr lang="en-US" sz="2800" b="1" dirty="0">
                <a:solidFill>
                  <a:schemeClr val="dk1"/>
                </a:solidFill>
                <a:latin typeface="Calibri" panose="020F0502020204030204"/>
                <a:ea typeface="Calibri" panose="020F0502020204030204"/>
                <a:cs typeface="Calibri" panose="020F0502020204030204"/>
                <a:sym typeface="Calibri" panose="020F0502020204030204"/>
              </a:rPr>
              <a:t>3.4.3. </a:t>
            </a:r>
            <a:r>
              <a:rPr lang="en-US" sz="2800" b="1" dirty="0" err="1">
                <a:solidFill>
                  <a:schemeClr val="dk1"/>
                </a:solidFill>
                <a:latin typeface="Calibri" panose="020F0502020204030204"/>
                <a:ea typeface="Calibri" panose="020F0502020204030204"/>
                <a:cs typeface="Calibri" panose="020F0502020204030204"/>
                <a:sym typeface="Calibri" panose="020F0502020204030204"/>
              </a:rPr>
              <a:t>Màu</a:t>
            </a:r>
            <a:r>
              <a:rPr lang="en-US" sz="2800" b="1" dirty="0">
                <a:solidFill>
                  <a:schemeClr val="dk1"/>
                </a:solidFill>
                <a:latin typeface="Calibri" panose="020F0502020204030204"/>
                <a:ea typeface="Calibri" panose="020F0502020204030204"/>
                <a:cs typeface="Calibri" panose="020F0502020204030204"/>
                <a:sym typeface="Calibri" panose="020F0502020204030204"/>
              </a:rPr>
              <a:t> </a:t>
            </a:r>
            <a:r>
              <a:rPr lang="en-US" sz="2800" b="1" dirty="0" err="1">
                <a:solidFill>
                  <a:schemeClr val="dk1"/>
                </a:solidFill>
                <a:latin typeface="Calibri" panose="020F0502020204030204"/>
                <a:ea typeface="Calibri" panose="020F0502020204030204"/>
                <a:cs typeface="Calibri" panose="020F0502020204030204"/>
                <a:sym typeface="Calibri" panose="020F0502020204030204"/>
              </a:rPr>
              <a:t>nền</a:t>
            </a:r>
            <a:r>
              <a:rPr lang="en-US" sz="2800" b="1" dirty="0">
                <a:solidFill>
                  <a:schemeClr val="dk1"/>
                </a:solidFill>
                <a:latin typeface="Calibri" panose="020F0502020204030204"/>
                <a:ea typeface="Calibri" panose="020F0502020204030204"/>
                <a:cs typeface="Calibri" panose="020F0502020204030204"/>
                <a:sym typeface="Calibri" panose="020F0502020204030204"/>
              </a:rPr>
              <a:t> website</a:t>
            </a:r>
          </a:p>
          <a:p>
            <a:pPr marL="800100" lvl="1" indent="-342900">
              <a:lnSpc>
                <a:spcPct val="130000"/>
              </a:lnSpc>
              <a:buClr>
                <a:schemeClr val="accent1"/>
              </a:buClr>
              <a:buSzPts val="2800"/>
              <a:buFontTx/>
              <a:buChar char="-"/>
            </a:pPr>
            <a:r>
              <a:rPr lang="en-US" sz="2400" dirty="0">
                <a:solidFill>
                  <a:schemeClr val="dk1"/>
                </a:solidFill>
                <a:latin typeface="Calibri" panose="020F0502020204030204"/>
                <a:ea typeface="Calibri" panose="020F0502020204030204"/>
                <a:cs typeface="Calibri" panose="020F0502020204030204"/>
                <a:sym typeface="Calibri" panose="020F0502020204030204"/>
              </a:rPr>
              <a:t>Website </a:t>
            </a:r>
            <a:r>
              <a:rPr lang="en-US" sz="2400" dirty="0" err="1">
                <a:solidFill>
                  <a:schemeClr val="dk1"/>
                </a:solidFill>
                <a:latin typeface="Calibri" panose="020F0502020204030204"/>
                <a:ea typeface="Calibri" panose="020F0502020204030204"/>
                <a:cs typeface="Calibri" panose="020F0502020204030204"/>
                <a:sym typeface="Calibri" panose="020F0502020204030204"/>
              </a:rPr>
              <a:t>doanh</a:t>
            </a:r>
            <a:r>
              <a:rPr lang="en-US" sz="2400" dirty="0">
                <a:solidFill>
                  <a:schemeClr val="dk1"/>
                </a:solidFill>
                <a:latin typeface="Calibri" panose="020F0502020204030204"/>
                <a:ea typeface="Calibri" panose="020F0502020204030204"/>
                <a:cs typeface="Calibri" panose="020F0502020204030204"/>
                <a:sym typeface="Calibri" panose="020F0502020204030204"/>
              </a:rPr>
              <a:t> </a:t>
            </a:r>
            <a:r>
              <a:rPr lang="en-US" sz="2400" dirty="0" err="1">
                <a:solidFill>
                  <a:schemeClr val="dk1"/>
                </a:solidFill>
                <a:latin typeface="Calibri" panose="020F0502020204030204"/>
                <a:ea typeface="Calibri" panose="020F0502020204030204"/>
                <a:cs typeface="Calibri" panose="020F0502020204030204"/>
                <a:sym typeface="Calibri" panose="020F0502020204030204"/>
              </a:rPr>
              <a:t>nghiệp</a:t>
            </a:r>
            <a:r>
              <a:rPr lang="en-US" sz="2400" dirty="0">
                <a:solidFill>
                  <a:schemeClr val="dk1"/>
                </a:solidFill>
                <a:latin typeface="Calibri" panose="020F0502020204030204"/>
                <a:ea typeface="Calibri" panose="020F0502020204030204"/>
                <a:cs typeface="Calibri" panose="020F0502020204030204"/>
                <a:sym typeface="Calibri" panose="020F0502020204030204"/>
              </a:rPr>
              <a:t> </a:t>
            </a:r>
            <a:r>
              <a:rPr lang="en-US" sz="2400" dirty="0" err="1">
                <a:solidFill>
                  <a:schemeClr val="dk1"/>
                </a:solidFill>
                <a:latin typeface="Calibri" panose="020F0502020204030204"/>
                <a:ea typeface="Calibri" panose="020F0502020204030204"/>
                <a:cs typeface="Calibri" panose="020F0502020204030204"/>
                <a:sym typeface="Calibri" panose="020F0502020204030204"/>
              </a:rPr>
              <a:t>và</a:t>
            </a:r>
            <a:r>
              <a:rPr lang="en-US" sz="2400" dirty="0">
                <a:solidFill>
                  <a:schemeClr val="dk1"/>
                </a:solidFill>
                <a:latin typeface="Calibri" panose="020F0502020204030204"/>
                <a:ea typeface="Calibri" panose="020F0502020204030204"/>
                <a:cs typeface="Calibri" panose="020F0502020204030204"/>
                <a:sym typeface="Calibri" panose="020F0502020204030204"/>
              </a:rPr>
              <a:t> </a:t>
            </a:r>
            <a:r>
              <a:rPr lang="en-US" sz="2400" dirty="0" err="1">
                <a:solidFill>
                  <a:schemeClr val="dk1"/>
                </a:solidFill>
                <a:latin typeface="Calibri" panose="020F0502020204030204"/>
                <a:ea typeface="Calibri" panose="020F0502020204030204"/>
                <a:cs typeface="Calibri" panose="020F0502020204030204"/>
                <a:sym typeface="Calibri" panose="020F0502020204030204"/>
              </a:rPr>
              <a:t>tổ</a:t>
            </a:r>
            <a:r>
              <a:rPr lang="en-US" sz="2400" dirty="0">
                <a:solidFill>
                  <a:schemeClr val="dk1"/>
                </a:solidFill>
                <a:latin typeface="Calibri" panose="020F0502020204030204"/>
                <a:ea typeface="Calibri" panose="020F0502020204030204"/>
                <a:cs typeface="Calibri" panose="020F0502020204030204"/>
                <a:sym typeface="Calibri" panose="020F0502020204030204"/>
              </a:rPr>
              <a:t> </a:t>
            </a:r>
            <a:r>
              <a:rPr lang="en-US" sz="2400" dirty="0" err="1">
                <a:solidFill>
                  <a:schemeClr val="dk1"/>
                </a:solidFill>
                <a:latin typeface="Calibri" panose="020F0502020204030204"/>
                <a:ea typeface="Calibri" panose="020F0502020204030204"/>
                <a:cs typeface="Calibri" panose="020F0502020204030204"/>
                <a:sym typeface="Calibri" panose="020F0502020204030204"/>
              </a:rPr>
              <a:t>chức</a:t>
            </a:r>
            <a:endParaRPr lang="en-US" sz="2400" dirty="0">
              <a:solidFill>
                <a:schemeClr val="dk1"/>
              </a:solidFill>
              <a:latin typeface="Calibri" panose="020F0502020204030204"/>
              <a:ea typeface="Calibri" panose="020F0502020204030204"/>
              <a:cs typeface="Calibri" panose="020F0502020204030204"/>
              <a:sym typeface="Calibri" panose="020F0502020204030204"/>
            </a:endParaRPr>
          </a:p>
          <a:p>
            <a:pPr marL="457200" lvl="1">
              <a:lnSpc>
                <a:spcPct val="130000"/>
              </a:lnSpc>
              <a:buClr>
                <a:schemeClr val="accent1"/>
              </a:buClr>
              <a:buSzPts val="2800"/>
            </a:pPr>
            <a:r>
              <a:rPr lang="en-US" sz="2400" dirty="0">
                <a:solidFill>
                  <a:schemeClr val="dk1"/>
                </a:solidFill>
                <a:latin typeface="Calibri" panose="020F0502020204030204"/>
                <a:ea typeface="Calibri" panose="020F0502020204030204"/>
                <a:cs typeface="Calibri" panose="020F0502020204030204"/>
                <a:sym typeface="Wingdings" panose="05000000000000000000" pitchFamily="2" charset="2"/>
              </a:rPr>
              <a:t> </a:t>
            </a:r>
            <a:r>
              <a:rPr lang="en-US" sz="2400" dirty="0" err="1">
                <a:solidFill>
                  <a:schemeClr val="dk1"/>
                </a:solidFill>
                <a:latin typeface="Calibri" panose="020F0502020204030204"/>
                <a:ea typeface="Calibri" panose="020F0502020204030204"/>
                <a:cs typeface="Calibri" panose="020F0502020204030204"/>
                <a:sym typeface="Wingdings" panose="05000000000000000000" pitchFamily="2" charset="2"/>
              </a:rPr>
              <a:t>Thúc</a:t>
            </a:r>
            <a:r>
              <a:rPr lang="en-US" sz="2400" dirty="0">
                <a:solidFill>
                  <a:schemeClr val="dk1"/>
                </a:solidFill>
                <a:latin typeface="Calibri" panose="020F0502020204030204"/>
                <a:ea typeface="Calibri" panose="020F0502020204030204"/>
                <a:cs typeface="Calibri" panose="020F0502020204030204"/>
                <a:sym typeface="Wingdings" panose="05000000000000000000" pitchFamily="2" charset="2"/>
              </a:rPr>
              <a:t> </a:t>
            </a:r>
            <a:r>
              <a:rPr lang="en-US" sz="2400" dirty="0" err="1">
                <a:solidFill>
                  <a:schemeClr val="dk1"/>
                </a:solidFill>
                <a:latin typeface="Calibri" panose="020F0502020204030204"/>
                <a:ea typeface="Calibri" panose="020F0502020204030204"/>
                <a:cs typeface="Calibri" panose="020F0502020204030204"/>
                <a:sym typeface="Wingdings" panose="05000000000000000000" pitchFamily="2" charset="2"/>
              </a:rPr>
              <a:t>đẩy</a:t>
            </a:r>
            <a:r>
              <a:rPr lang="en-US" sz="2400" dirty="0">
                <a:solidFill>
                  <a:schemeClr val="dk1"/>
                </a:solidFill>
                <a:latin typeface="Calibri" panose="020F0502020204030204"/>
                <a:ea typeface="Calibri" panose="020F0502020204030204"/>
                <a:cs typeface="Calibri" panose="020F0502020204030204"/>
                <a:sym typeface="Wingdings" panose="05000000000000000000" pitchFamily="2" charset="2"/>
              </a:rPr>
              <a:t> </a:t>
            </a:r>
            <a:r>
              <a:rPr lang="en-US" sz="2400" dirty="0" err="1">
                <a:solidFill>
                  <a:schemeClr val="dk1"/>
                </a:solidFill>
                <a:latin typeface="Calibri" panose="020F0502020204030204"/>
                <a:ea typeface="Calibri" panose="020F0502020204030204"/>
                <a:cs typeface="Calibri" panose="020F0502020204030204"/>
                <a:sym typeface="Wingdings" panose="05000000000000000000" pitchFamily="2" charset="2"/>
              </a:rPr>
              <a:t>dịch</a:t>
            </a:r>
            <a:r>
              <a:rPr lang="en-US" sz="2400" dirty="0">
                <a:solidFill>
                  <a:schemeClr val="dk1"/>
                </a:solidFill>
                <a:latin typeface="Calibri" panose="020F0502020204030204"/>
                <a:ea typeface="Calibri" panose="020F0502020204030204"/>
                <a:cs typeface="Calibri" panose="020F0502020204030204"/>
                <a:sym typeface="Wingdings" panose="05000000000000000000" pitchFamily="2" charset="2"/>
              </a:rPr>
              <a:t> </a:t>
            </a:r>
            <a:r>
              <a:rPr lang="en-US" sz="2400" dirty="0" err="1">
                <a:solidFill>
                  <a:schemeClr val="dk1"/>
                </a:solidFill>
                <a:latin typeface="Calibri" panose="020F0502020204030204"/>
                <a:ea typeface="Calibri" panose="020F0502020204030204"/>
                <a:cs typeface="Calibri" panose="020F0502020204030204"/>
                <a:sym typeface="Wingdings" panose="05000000000000000000" pitchFamily="2" charset="2"/>
              </a:rPr>
              <a:t>vụ</a:t>
            </a:r>
            <a:endParaRPr lang="en-US" sz="2400" dirty="0">
              <a:solidFill>
                <a:schemeClr val="dk1"/>
              </a:solidFill>
              <a:latin typeface="Calibri" panose="020F0502020204030204"/>
              <a:ea typeface="Calibri" panose="020F0502020204030204"/>
              <a:cs typeface="Calibri" panose="020F0502020204030204"/>
              <a:sym typeface="Calibri" panose="020F0502020204030204"/>
            </a:endParaRPr>
          </a:p>
        </p:txBody>
      </p:sp>
      <p:pic>
        <p:nvPicPr>
          <p:cNvPr id="2" name="Picture 1"/>
          <p:cNvPicPr>
            <a:picLocks noChangeAspect="1"/>
          </p:cNvPicPr>
          <p:nvPr/>
        </p:nvPicPr>
        <p:blipFill>
          <a:blip r:embed="rId3"/>
          <a:stretch>
            <a:fillRect/>
          </a:stretch>
        </p:blipFill>
        <p:spPr>
          <a:xfrm>
            <a:off x="5466132" y="1226371"/>
            <a:ext cx="6181373" cy="4948181"/>
          </a:xfrm>
          <a:prstGeom prst="rect">
            <a:avLst/>
          </a:prstGeom>
        </p:spPr>
      </p:pic>
    </p:spTree>
    <p:extLst>
      <p:ext uri="{BB962C8B-B14F-4D97-AF65-F5344CB8AC3E}">
        <p14:creationId xmlns:p14="http://schemas.microsoft.com/office/powerpoint/2010/main" val="42138384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301"/>
        <p:cNvGrpSpPr/>
        <p:nvPr/>
      </p:nvGrpSpPr>
      <p:grpSpPr>
        <a:xfrm>
          <a:off x="0" y="0"/>
          <a:ext cx="0" cy="0"/>
          <a:chOff x="0" y="0"/>
          <a:chExt cx="0" cy="0"/>
        </a:xfrm>
      </p:grpSpPr>
      <p:sp>
        <p:nvSpPr>
          <p:cNvPr id="302" name="Google Shape;302;p34"/>
          <p:cNvSpPr txBox="1">
            <a:spLocks noGrp="1"/>
          </p:cNvSpPr>
          <p:nvPr>
            <p:ph type="title"/>
          </p:nvPr>
        </p:nvSpPr>
        <p:spPr>
          <a:xfrm>
            <a:off x="406400" y="254849"/>
            <a:ext cx="11379300" cy="613800"/>
          </a:xfrm>
          <a:prstGeom prst="rect">
            <a:avLst/>
          </a:prstGeom>
          <a:noFill/>
          <a:ln>
            <a:noFill/>
          </a:ln>
        </p:spPr>
        <p:txBody>
          <a:bodyPr spcFirstLastPara="1" wrap="square" lIns="91425" tIns="45700" rIns="91425" bIns="45700" anchor="ctr" anchorCtr="0">
            <a:normAutofit/>
          </a:bodyPr>
          <a:lstStyle/>
          <a:p>
            <a:pPr lvl="0">
              <a:buSzPts val="2800"/>
            </a:pPr>
            <a:r>
              <a:rPr lang="en-US" dirty="0"/>
              <a:t>3. </a:t>
            </a:r>
            <a:r>
              <a:rPr lang="en-US" dirty="0" err="1"/>
              <a:t>Vòng</a:t>
            </a:r>
            <a:r>
              <a:rPr lang="en-US" dirty="0"/>
              <a:t> </a:t>
            </a:r>
            <a:r>
              <a:rPr lang="en-US" dirty="0" err="1"/>
              <a:t>tròn</a:t>
            </a:r>
            <a:r>
              <a:rPr lang="en-US" dirty="0"/>
              <a:t> </a:t>
            </a:r>
            <a:r>
              <a:rPr lang="en-US" dirty="0" err="1"/>
              <a:t>màu</a:t>
            </a:r>
            <a:r>
              <a:rPr lang="en-US" dirty="0"/>
              <a:t> </a:t>
            </a:r>
            <a:r>
              <a:rPr lang="en-US" dirty="0" err="1"/>
              <a:t>và</a:t>
            </a:r>
            <a:r>
              <a:rPr lang="en-US" dirty="0"/>
              <a:t> </a:t>
            </a:r>
            <a:r>
              <a:rPr lang="en-US" dirty="0" err="1"/>
              <a:t>phương</a:t>
            </a:r>
            <a:r>
              <a:rPr lang="en-US" dirty="0"/>
              <a:t> </a:t>
            </a:r>
            <a:r>
              <a:rPr lang="en-US" dirty="0" err="1"/>
              <a:t>pháp</a:t>
            </a:r>
            <a:r>
              <a:rPr lang="en-US" dirty="0"/>
              <a:t> </a:t>
            </a:r>
            <a:r>
              <a:rPr lang="en-US" dirty="0" err="1"/>
              <a:t>phối</a:t>
            </a:r>
            <a:r>
              <a:rPr lang="en-US" dirty="0"/>
              <a:t> </a:t>
            </a:r>
            <a:r>
              <a:rPr lang="en-US" dirty="0" err="1"/>
              <a:t>màu</a:t>
            </a:r>
            <a:endParaRPr dirty="0">
              <a:solidFill>
                <a:schemeClr val="dk2"/>
              </a:solidFill>
            </a:endParaRPr>
          </a:p>
        </p:txBody>
      </p:sp>
      <p:sp>
        <p:nvSpPr>
          <p:cNvPr id="303" name="Google Shape;303;p34"/>
          <p:cNvSpPr txBox="1"/>
          <p:nvPr/>
        </p:nvSpPr>
        <p:spPr>
          <a:xfrm>
            <a:off x="406399" y="1057564"/>
            <a:ext cx="3455596" cy="2652994"/>
          </a:xfrm>
          <a:prstGeom prst="rect">
            <a:avLst/>
          </a:prstGeom>
          <a:noFill/>
          <a:ln>
            <a:noFill/>
          </a:ln>
        </p:spPr>
        <p:txBody>
          <a:bodyPr spcFirstLastPara="1" wrap="square" lIns="91425" tIns="45700" rIns="91425" bIns="45700" anchor="t" anchorCtr="0">
            <a:spAutoFit/>
          </a:bodyPr>
          <a:lstStyle/>
          <a:p>
            <a:pPr marL="457200" marR="0" lvl="1" indent="0" algn="l" rtl="0">
              <a:lnSpc>
                <a:spcPct val="130000"/>
              </a:lnSpc>
              <a:spcBef>
                <a:spcPts val="0"/>
              </a:spcBef>
              <a:spcAft>
                <a:spcPts val="0"/>
              </a:spcAft>
              <a:buClr>
                <a:schemeClr val="accent1"/>
              </a:buClr>
              <a:buSzPts val="2800"/>
              <a:buFont typeface="Arial" panose="020B0604020202020204"/>
              <a:buNone/>
            </a:pPr>
            <a:r>
              <a:rPr lang="en-US" sz="2800" b="1" dirty="0">
                <a:solidFill>
                  <a:schemeClr val="dk1"/>
                </a:solidFill>
                <a:latin typeface="Calibri" panose="020F0502020204030204"/>
                <a:ea typeface="Calibri" panose="020F0502020204030204"/>
                <a:cs typeface="Calibri" panose="020F0502020204030204"/>
                <a:sym typeface="Calibri" panose="020F0502020204030204"/>
              </a:rPr>
              <a:t>3.4.3. </a:t>
            </a:r>
            <a:r>
              <a:rPr lang="en-US" sz="2800" b="1" dirty="0" err="1">
                <a:solidFill>
                  <a:schemeClr val="dk1"/>
                </a:solidFill>
                <a:latin typeface="Calibri" panose="020F0502020204030204"/>
                <a:ea typeface="Calibri" panose="020F0502020204030204"/>
                <a:cs typeface="Calibri" panose="020F0502020204030204"/>
                <a:sym typeface="Calibri" panose="020F0502020204030204"/>
              </a:rPr>
              <a:t>Màu</a:t>
            </a:r>
            <a:r>
              <a:rPr lang="en-US" sz="2800" b="1" dirty="0">
                <a:solidFill>
                  <a:schemeClr val="dk1"/>
                </a:solidFill>
                <a:latin typeface="Calibri" panose="020F0502020204030204"/>
                <a:ea typeface="Calibri" panose="020F0502020204030204"/>
                <a:cs typeface="Calibri" panose="020F0502020204030204"/>
                <a:sym typeface="Calibri" panose="020F0502020204030204"/>
              </a:rPr>
              <a:t> </a:t>
            </a:r>
            <a:r>
              <a:rPr lang="en-US" sz="2800" b="1" dirty="0" err="1">
                <a:solidFill>
                  <a:schemeClr val="dk1"/>
                </a:solidFill>
                <a:latin typeface="Calibri" panose="020F0502020204030204"/>
                <a:ea typeface="Calibri" panose="020F0502020204030204"/>
                <a:cs typeface="Calibri" panose="020F0502020204030204"/>
                <a:sym typeface="Calibri" panose="020F0502020204030204"/>
              </a:rPr>
              <a:t>nền</a:t>
            </a:r>
            <a:r>
              <a:rPr lang="en-US" sz="2800" b="1" dirty="0">
                <a:solidFill>
                  <a:schemeClr val="dk1"/>
                </a:solidFill>
                <a:latin typeface="Calibri" panose="020F0502020204030204"/>
                <a:ea typeface="Calibri" panose="020F0502020204030204"/>
                <a:cs typeface="Calibri" panose="020F0502020204030204"/>
                <a:sym typeface="Calibri" panose="020F0502020204030204"/>
              </a:rPr>
              <a:t> website</a:t>
            </a:r>
          </a:p>
          <a:p>
            <a:pPr marL="800100" lvl="1" indent="-342900">
              <a:lnSpc>
                <a:spcPct val="130000"/>
              </a:lnSpc>
              <a:buClr>
                <a:schemeClr val="accent1"/>
              </a:buClr>
              <a:buSzPts val="2800"/>
              <a:buFontTx/>
              <a:buChar char="-"/>
            </a:pPr>
            <a:r>
              <a:rPr lang="en-US" sz="2400" dirty="0">
                <a:solidFill>
                  <a:schemeClr val="dk1"/>
                </a:solidFill>
                <a:latin typeface="Calibri" panose="020F0502020204030204"/>
                <a:ea typeface="Calibri" panose="020F0502020204030204"/>
                <a:cs typeface="Calibri" panose="020F0502020204030204"/>
                <a:sym typeface="Calibri" panose="020F0502020204030204"/>
              </a:rPr>
              <a:t>Website </a:t>
            </a:r>
            <a:r>
              <a:rPr lang="en-US" sz="2400" dirty="0" err="1">
                <a:solidFill>
                  <a:schemeClr val="dk1"/>
                </a:solidFill>
                <a:latin typeface="Calibri" panose="020F0502020204030204"/>
                <a:ea typeface="Calibri" panose="020F0502020204030204"/>
                <a:cs typeface="Calibri" panose="020F0502020204030204"/>
                <a:sym typeface="Calibri" panose="020F0502020204030204"/>
              </a:rPr>
              <a:t>chuyên</a:t>
            </a:r>
            <a:r>
              <a:rPr lang="en-US" sz="2400" dirty="0">
                <a:solidFill>
                  <a:schemeClr val="dk1"/>
                </a:solidFill>
                <a:latin typeface="Calibri" panose="020F0502020204030204"/>
                <a:ea typeface="Calibri" panose="020F0502020204030204"/>
                <a:cs typeface="Calibri" panose="020F0502020204030204"/>
                <a:sym typeface="Calibri" panose="020F0502020204030204"/>
              </a:rPr>
              <a:t> </a:t>
            </a:r>
            <a:r>
              <a:rPr lang="en-US" sz="2400" dirty="0" err="1">
                <a:solidFill>
                  <a:schemeClr val="dk1"/>
                </a:solidFill>
                <a:latin typeface="Calibri" panose="020F0502020204030204"/>
                <a:ea typeface="Calibri" panose="020F0502020204030204"/>
                <a:cs typeface="Calibri" panose="020F0502020204030204"/>
                <a:sym typeface="Calibri" panose="020F0502020204030204"/>
              </a:rPr>
              <a:t>về</a:t>
            </a:r>
            <a:r>
              <a:rPr lang="en-US" sz="2400" dirty="0">
                <a:solidFill>
                  <a:schemeClr val="dk1"/>
                </a:solidFill>
                <a:latin typeface="Calibri" panose="020F0502020204030204"/>
                <a:ea typeface="Calibri" panose="020F0502020204030204"/>
                <a:cs typeface="Calibri" panose="020F0502020204030204"/>
                <a:sym typeface="Calibri" panose="020F0502020204030204"/>
              </a:rPr>
              <a:t> </a:t>
            </a:r>
            <a:r>
              <a:rPr lang="en-US" sz="2400" dirty="0" err="1">
                <a:solidFill>
                  <a:schemeClr val="dk1"/>
                </a:solidFill>
                <a:latin typeface="Calibri" panose="020F0502020204030204"/>
                <a:ea typeface="Calibri" panose="020F0502020204030204"/>
                <a:cs typeface="Calibri" panose="020F0502020204030204"/>
                <a:sym typeface="Calibri" panose="020F0502020204030204"/>
              </a:rPr>
              <a:t>thời</a:t>
            </a:r>
            <a:r>
              <a:rPr lang="en-US" sz="2400" dirty="0">
                <a:solidFill>
                  <a:schemeClr val="dk1"/>
                </a:solidFill>
                <a:latin typeface="Calibri" panose="020F0502020204030204"/>
                <a:ea typeface="Calibri" panose="020F0502020204030204"/>
                <a:cs typeface="Calibri" panose="020F0502020204030204"/>
                <a:sym typeface="Calibri" panose="020F0502020204030204"/>
              </a:rPr>
              <a:t> </a:t>
            </a:r>
            <a:r>
              <a:rPr lang="en-US" sz="2400" dirty="0" err="1">
                <a:solidFill>
                  <a:schemeClr val="dk1"/>
                </a:solidFill>
                <a:latin typeface="Calibri" panose="020F0502020204030204"/>
                <a:ea typeface="Calibri" panose="020F0502020204030204"/>
                <a:cs typeface="Calibri" panose="020F0502020204030204"/>
                <a:sym typeface="Calibri" panose="020F0502020204030204"/>
              </a:rPr>
              <a:t>trang</a:t>
            </a:r>
            <a:r>
              <a:rPr lang="en-US" sz="2400" dirty="0">
                <a:solidFill>
                  <a:schemeClr val="dk1"/>
                </a:solidFill>
                <a:latin typeface="Calibri" panose="020F0502020204030204"/>
                <a:ea typeface="Calibri" panose="020F0502020204030204"/>
                <a:cs typeface="Calibri" panose="020F0502020204030204"/>
                <a:sym typeface="Calibri" panose="020F0502020204030204"/>
              </a:rPr>
              <a:t> / </a:t>
            </a:r>
            <a:r>
              <a:rPr lang="en-US" sz="2400" dirty="0" err="1">
                <a:solidFill>
                  <a:schemeClr val="dk1"/>
                </a:solidFill>
                <a:latin typeface="Calibri" panose="020F0502020204030204"/>
                <a:ea typeface="Calibri" panose="020F0502020204030204"/>
                <a:cs typeface="Calibri" panose="020F0502020204030204"/>
                <a:sym typeface="Calibri" panose="020F0502020204030204"/>
              </a:rPr>
              <a:t>thiết</a:t>
            </a:r>
            <a:r>
              <a:rPr lang="en-US" sz="2400" dirty="0">
                <a:solidFill>
                  <a:schemeClr val="dk1"/>
                </a:solidFill>
                <a:latin typeface="Calibri" panose="020F0502020204030204"/>
                <a:ea typeface="Calibri" panose="020F0502020204030204"/>
                <a:cs typeface="Calibri" panose="020F0502020204030204"/>
                <a:sym typeface="Calibri" panose="020F0502020204030204"/>
              </a:rPr>
              <a:t> </a:t>
            </a:r>
            <a:r>
              <a:rPr lang="en-US" sz="2400" dirty="0" err="1">
                <a:solidFill>
                  <a:schemeClr val="dk1"/>
                </a:solidFill>
                <a:latin typeface="Calibri" panose="020F0502020204030204"/>
                <a:ea typeface="Calibri" panose="020F0502020204030204"/>
                <a:cs typeface="Calibri" panose="020F0502020204030204"/>
                <a:sym typeface="Calibri" panose="020F0502020204030204"/>
              </a:rPr>
              <a:t>kế</a:t>
            </a:r>
            <a:r>
              <a:rPr lang="en-US" sz="2400" dirty="0">
                <a:solidFill>
                  <a:schemeClr val="dk1"/>
                </a:solidFill>
                <a:latin typeface="Calibri" panose="020F0502020204030204"/>
                <a:ea typeface="Calibri" panose="020F0502020204030204"/>
                <a:cs typeface="Calibri" panose="020F0502020204030204"/>
                <a:sym typeface="Calibri" panose="020F0502020204030204"/>
              </a:rPr>
              <a:t> / sang </a:t>
            </a:r>
            <a:r>
              <a:rPr lang="en-US" sz="2400" dirty="0" err="1">
                <a:solidFill>
                  <a:schemeClr val="dk1"/>
                </a:solidFill>
                <a:latin typeface="Calibri" panose="020F0502020204030204"/>
                <a:ea typeface="Calibri" panose="020F0502020204030204"/>
                <a:cs typeface="Calibri" panose="020F0502020204030204"/>
                <a:sym typeface="Calibri" panose="020F0502020204030204"/>
              </a:rPr>
              <a:t>tạo</a:t>
            </a:r>
            <a:endParaRPr lang="en-US" sz="2400" dirty="0">
              <a:solidFill>
                <a:schemeClr val="dk1"/>
              </a:solidFill>
              <a:latin typeface="Calibri" panose="020F0502020204030204"/>
              <a:ea typeface="Calibri" panose="020F0502020204030204"/>
              <a:cs typeface="Calibri" panose="020F0502020204030204"/>
              <a:sym typeface="Calibri" panose="020F0502020204030204"/>
            </a:endParaRPr>
          </a:p>
        </p:txBody>
      </p:sp>
      <p:pic>
        <p:nvPicPr>
          <p:cNvPr id="3" name="Picture 2"/>
          <p:cNvPicPr>
            <a:picLocks noChangeAspect="1"/>
          </p:cNvPicPr>
          <p:nvPr/>
        </p:nvPicPr>
        <p:blipFill>
          <a:blip r:embed="rId3"/>
          <a:stretch>
            <a:fillRect/>
          </a:stretch>
        </p:blipFill>
        <p:spPr>
          <a:xfrm>
            <a:off x="6116140" y="1366876"/>
            <a:ext cx="5760806" cy="4687364"/>
          </a:xfrm>
          <a:prstGeom prst="rect">
            <a:avLst/>
          </a:prstGeom>
        </p:spPr>
      </p:pic>
    </p:spTree>
    <p:extLst>
      <p:ext uri="{BB962C8B-B14F-4D97-AF65-F5344CB8AC3E}">
        <p14:creationId xmlns:p14="http://schemas.microsoft.com/office/powerpoint/2010/main" val="20551976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301"/>
        <p:cNvGrpSpPr/>
        <p:nvPr/>
      </p:nvGrpSpPr>
      <p:grpSpPr>
        <a:xfrm>
          <a:off x="0" y="0"/>
          <a:ext cx="0" cy="0"/>
          <a:chOff x="0" y="0"/>
          <a:chExt cx="0" cy="0"/>
        </a:xfrm>
      </p:grpSpPr>
      <p:sp>
        <p:nvSpPr>
          <p:cNvPr id="302" name="Google Shape;302;p34"/>
          <p:cNvSpPr txBox="1">
            <a:spLocks noGrp="1"/>
          </p:cNvSpPr>
          <p:nvPr>
            <p:ph type="title"/>
          </p:nvPr>
        </p:nvSpPr>
        <p:spPr>
          <a:xfrm>
            <a:off x="406400" y="254849"/>
            <a:ext cx="11379300" cy="613800"/>
          </a:xfrm>
          <a:prstGeom prst="rect">
            <a:avLst/>
          </a:prstGeom>
          <a:noFill/>
          <a:ln>
            <a:noFill/>
          </a:ln>
        </p:spPr>
        <p:txBody>
          <a:bodyPr spcFirstLastPara="1" wrap="square" lIns="91425" tIns="45700" rIns="91425" bIns="45700" anchor="ctr" anchorCtr="0">
            <a:normAutofit/>
          </a:bodyPr>
          <a:lstStyle/>
          <a:p>
            <a:pPr lvl="0">
              <a:buSzPts val="2800"/>
            </a:pPr>
            <a:r>
              <a:rPr lang="en-US" dirty="0"/>
              <a:t>3. </a:t>
            </a:r>
            <a:r>
              <a:rPr lang="en-US" dirty="0" err="1"/>
              <a:t>Vòng</a:t>
            </a:r>
            <a:r>
              <a:rPr lang="en-US" dirty="0"/>
              <a:t> </a:t>
            </a:r>
            <a:r>
              <a:rPr lang="en-US" dirty="0" err="1"/>
              <a:t>tròn</a:t>
            </a:r>
            <a:r>
              <a:rPr lang="en-US" dirty="0"/>
              <a:t> </a:t>
            </a:r>
            <a:r>
              <a:rPr lang="en-US" dirty="0" err="1"/>
              <a:t>màu</a:t>
            </a:r>
            <a:r>
              <a:rPr lang="en-US" dirty="0"/>
              <a:t> </a:t>
            </a:r>
            <a:r>
              <a:rPr lang="en-US" dirty="0" err="1"/>
              <a:t>và</a:t>
            </a:r>
            <a:r>
              <a:rPr lang="en-US" dirty="0"/>
              <a:t> </a:t>
            </a:r>
            <a:r>
              <a:rPr lang="en-US" dirty="0" err="1"/>
              <a:t>phương</a:t>
            </a:r>
            <a:r>
              <a:rPr lang="en-US" dirty="0"/>
              <a:t> </a:t>
            </a:r>
            <a:r>
              <a:rPr lang="en-US" dirty="0" err="1"/>
              <a:t>pháp</a:t>
            </a:r>
            <a:r>
              <a:rPr lang="en-US" dirty="0"/>
              <a:t> </a:t>
            </a:r>
            <a:r>
              <a:rPr lang="en-US" dirty="0" err="1"/>
              <a:t>phối</a:t>
            </a:r>
            <a:r>
              <a:rPr lang="en-US" dirty="0"/>
              <a:t> </a:t>
            </a:r>
            <a:r>
              <a:rPr lang="en-US" dirty="0" err="1"/>
              <a:t>màu</a:t>
            </a:r>
            <a:endParaRPr dirty="0">
              <a:solidFill>
                <a:schemeClr val="dk2"/>
              </a:solidFill>
            </a:endParaRPr>
          </a:p>
        </p:txBody>
      </p:sp>
      <p:sp>
        <p:nvSpPr>
          <p:cNvPr id="303" name="Google Shape;303;p34"/>
          <p:cNvSpPr txBox="1"/>
          <p:nvPr/>
        </p:nvSpPr>
        <p:spPr>
          <a:xfrm>
            <a:off x="0" y="868649"/>
            <a:ext cx="11973261" cy="4973629"/>
          </a:xfrm>
          <a:prstGeom prst="rect">
            <a:avLst/>
          </a:prstGeom>
          <a:noFill/>
          <a:ln>
            <a:noFill/>
          </a:ln>
        </p:spPr>
        <p:txBody>
          <a:bodyPr spcFirstLastPara="1" wrap="square" lIns="91425" tIns="45700" rIns="91425" bIns="45700" anchor="t" anchorCtr="0">
            <a:spAutoFit/>
          </a:bodyPr>
          <a:lstStyle/>
          <a:p>
            <a:pPr marL="457200" marR="0" lvl="1" indent="0" algn="l" rtl="0">
              <a:lnSpc>
                <a:spcPct val="130000"/>
              </a:lnSpc>
              <a:spcBef>
                <a:spcPts val="0"/>
              </a:spcBef>
              <a:spcAft>
                <a:spcPts val="0"/>
              </a:spcAft>
              <a:buClr>
                <a:schemeClr val="accent1"/>
              </a:buClr>
              <a:buSzPts val="2800"/>
              <a:buFont typeface="Arial" panose="020B0604020202020204"/>
              <a:buNone/>
            </a:pPr>
            <a:r>
              <a:rPr lang="en-US" sz="2800" b="1" dirty="0">
                <a:solidFill>
                  <a:schemeClr val="dk1"/>
                </a:solidFill>
                <a:latin typeface="Calibri" panose="020F0502020204030204"/>
                <a:ea typeface="Calibri" panose="020F0502020204030204"/>
                <a:cs typeface="Calibri" panose="020F0502020204030204"/>
                <a:sym typeface="Calibri" panose="020F0502020204030204"/>
              </a:rPr>
              <a:t>3.4.3. </a:t>
            </a:r>
            <a:r>
              <a:rPr lang="en-US" sz="2800" b="1" dirty="0" err="1">
                <a:solidFill>
                  <a:schemeClr val="dk1"/>
                </a:solidFill>
                <a:latin typeface="Calibri" panose="020F0502020204030204"/>
                <a:ea typeface="Calibri" panose="020F0502020204030204"/>
                <a:cs typeface="Calibri" panose="020F0502020204030204"/>
                <a:sym typeface="Calibri" panose="020F0502020204030204"/>
              </a:rPr>
              <a:t>Màu</a:t>
            </a:r>
            <a:r>
              <a:rPr lang="en-US" sz="2800" b="1" dirty="0">
                <a:solidFill>
                  <a:schemeClr val="dk1"/>
                </a:solidFill>
                <a:latin typeface="Calibri" panose="020F0502020204030204"/>
                <a:ea typeface="Calibri" panose="020F0502020204030204"/>
                <a:cs typeface="Calibri" panose="020F0502020204030204"/>
                <a:sym typeface="Calibri" panose="020F0502020204030204"/>
              </a:rPr>
              <a:t> </a:t>
            </a:r>
            <a:r>
              <a:rPr lang="en-US" sz="2800" b="1" dirty="0" err="1">
                <a:solidFill>
                  <a:schemeClr val="dk1"/>
                </a:solidFill>
                <a:latin typeface="Calibri" panose="020F0502020204030204"/>
                <a:ea typeface="Calibri" panose="020F0502020204030204"/>
                <a:cs typeface="Calibri" panose="020F0502020204030204"/>
                <a:sym typeface="Calibri" panose="020F0502020204030204"/>
              </a:rPr>
              <a:t>nền</a:t>
            </a:r>
            <a:r>
              <a:rPr lang="en-US" sz="2800" b="1" dirty="0">
                <a:solidFill>
                  <a:schemeClr val="dk1"/>
                </a:solidFill>
                <a:latin typeface="Calibri" panose="020F0502020204030204"/>
                <a:ea typeface="Calibri" panose="020F0502020204030204"/>
                <a:cs typeface="Calibri" panose="020F0502020204030204"/>
                <a:sym typeface="Calibri" panose="020F0502020204030204"/>
              </a:rPr>
              <a:t> website</a:t>
            </a:r>
          </a:p>
          <a:p>
            <a:pPr marL="800100" lvl="1" indent="-342900">
              <a:lnSpc>
                <a:spcPct val="130000"/>
              </a:lnSpc>
              <a:buClr>
                <a:schemeClr val="accent1"/>
              </a:buClr>
              <a:buSzPts val="2800"/>
              <a:buFontTx/>
              <a:buChar char="-"/>
            </a:pPr>
            <a:r>
              <a:rPr lang="en-US" sz="2400" dirty="0">
                <a:solidFill>
                  <a:schemeClr val="dk1"/>
                </a:solidFill>
                <a:latin typeface="Calibri" panose="020F0502020204030204"/>
                <a:ea typeface="Calibri" panose="020F0502020204030204"/>
                <a:cs typeface="Calibri" panose="020F0502020204030204"/>
                <a:sym typeface="Calibri" panose="020F0502020204030204"/>
              </a:rPr>
              <a:t>C</a:t>
            </a:r>
            <a:r>
              <a:rPr lang="vi-VN" sz="2400" dirty="0">
                <a:solidFill>
                  <a:schemeClr val="dk1"/>
                </a:solidFill>
                <a:latin typeface="Calibri" panose="020F0502020204030204"/>
                <a:ea typeface="Calibri" panose="020F0502020204030204"/>
                <a:cs typeface="Calibri" panose="020F0502020204030204"/>
                <a:sym typeface="Calibri" panose="020F0502020204030204"/>
              </a:rPr>
              <a:t>ó thể phá vỡ mọi quy luật và sử dụng tất cả các màu sắc bạn thích miễn là </a:t>
            </a:r>
            <a:r>
              <a:rPr lang="vi-VN" sz="2400" b="1" i="1" dirty="0">
                <a:solidFill>
                  <a:schemeClr val="dk1"/>
                </a:solidFill>
                <a:latin typeface="Calibri" panose="020F0502020204030204"/>
                <a:ea typeface="Calibri" panose="020F0502020204030204"/>
                <a:cs typeface="Calibri" panose="020F0502020204030204"/>
                <a:sym typeface="Calibri" panose="020F0502020204030204"/>
              </a:rPr>
              <a:t>“Không bao giờ chọn màu nền khiến những con chữ và nội dung khó đọc”. </a:t>
            </a:r>
          </a:p>
          <a:p>
            <a:pPr marL="800100" lvl="1" indent="-342900">
              <a:lnSpc>
                <a:spcPct val="130000"/>
              </a:lnSpc>
              <a:buClr>
                <a:schemeClr val="accent1"/>
              </a:buClr>
              <a:buSzPts val="2800"/>
              <a:buFontTx/>
              <a:buChar char="-"/>
            </a:pPr>
            <a:endParaRPr lang="vi-VN" sz="2400" dirty="0">
              <a:solidFill>
                <a:schemeClr val="dk1"/>
              </a:solidFill>
              <a:latin typeface="Calibri" panose="020F0502020204030204"/>
              <a:ea typeface="Calibri" panose="020F0502020204030204"/>
              <a:cs typeface="Calibri" panose="020F0502020204030204"/>
              <a:sym typeface="Calibri" panose="020F0502020204030204"/>
            </a:endParaRPr>
          </a:p>
          <a:p>
            <a:pPr marL="800100" lvl="1" indent="-342900">
              <a:lnSpc>
                <a:spcPct val="130000"/>
              </a:lnSpc>
              <a:buClr>
                <a:schemeClr val="accent1"/>
              </a:buClr>
              <a:buSzPts val="2800"/>
              <a:buFontTx/>
              <a:buChar char="-"/>
            </a:pPr>
            <a:r>
              <a:rPr lang="vi-VN" sz="2400" dirty="0">
                <a:solidFill>
                  <a:schemeClr val="dk1"/>
                </a:solidFill>
                <a:latin typeface="Calibri" panose="020F0502020204030204"/>
                <a:ea typeface="Calibri" panose="020F0502020204030204"/>
                <a:cs typeface="Calibri" panose="020F0502020204030204"/>
                <a:sym typeface="Calibri" panose="020F0502020204030204"/>
              </a:rPr>
              <a:t>“</a:t>
            </a:r>
            <a:r>
              <a:rPr lang="vi-VN" sz="2400" b="1" i="1" dirty="0">
                <a:solidFill>
                  <a:schemeClr val="accent1">
                    <a:lumMod val="60000"/>
                    <a:lumOff val="40000"/>
                  </a:schemeClr>
                </a:solidFill>
                <a:latin typeface="Calibri" panose="020F0502020204030204"/>
                <a:ea typeface="Calibri" panose="020F0502020204030204"/>
                <a:cs typeface="Calibri" panose="020F0502020204030204"/>
                <a:sym typeface="Calibri" panose="020F0502020204030204"/>
              </a:rPr>
              <a:t>Màu nền hoàn hảo </a:t>
            </a:r>
            <a:r>
              <a:rPr lang="vi-VN" sz="2400" dirty="0">
                <a:solidFill>
                  <a:schemeClr val="dk1"/>
                </a:solidFill>
                <a:latin typeface="Calibri" panose="020F0502020204030204"/>
                <a:ea typeface="Calibri" panose="020F0502020204030204"/>
                <a:cs typeface="Calibri" panose="020F0502020204030204"/>
                <a:sym typeface="Calibri" panose="020F0502020204030204"/>
              </a:rPr>
              <a:t>cho phép nội dung, dịch vụ/sản phẩm trở nên nổi bật trong khi kết hợp hài hòa với màu chủ đạo và màu nhấn, khiến người xem thoải mái khi lướt web.”</a:t>
            </a:r>
          </a:p>
          <a:p>
            <a:pPr marL="800100" lvl="1" indent="-342900">
              <a:lnSpc>
                <a:spcPct val="130000"/>
              </a:lnSpc>
              <a:buClr>
                <a:schemeClr val="accent1"/>
              </a:buClr>
              <a:buSzPts val="2800"/>
              <a:buFontTx/>
              <a:buChar char="-"/>
            </a:pPr>
            <a:endParaRPr lang="vi-VN" sz="2400" dirty="0">
              <a:solidFill>
                <a:schemeClr val="dk1"/>
              </a:solidFill>
              <a:latin typeface="Calibri" panose="020F0502020204030204"/>
              <a:ea typeface="Calibri" panose="020F0502020204030204"/>
              <a:cs typeface="Calibri" panose="020F0502020204030204"/>
              <a:sym typeface="Calibri" panose="020F0502020204030204"/>
            </a:endParaRPr>
          </a:p>
          <a:p>
            <a:pPr marL="800100" lvl="1" indent="-342900">
              <a:lnSpc>
                <a:spcPct val="130000"/>
              </a:lnSpc>
              <a:buClr>
                <a:schemeClr val="accent1"/>
              </a:buClr>
              <a:buSzPts val="2800"/>
              <a:buFontTx/>
              <a:buChar char="-"/>
            </a:pPr>
            <a:r>
              <a:rPr lang="vi-VN" sz="2400" dirty="0">
                <a:solidFill>
                  <a:schemeClr val="dk1"/>
                </a:solidFill>
                <a:latin typeface="Calibri" panose="020F0502020204030204"/>
                <a:ea typeface="Calibri" panose="020F0502020204030204"/>
                <a:cs typeface="Calibri" panose="020F0502020204030204"/>
                <a:sym typeface="Calibri" panose="020F0502020204030204"/>
              </a:rPr>
              <a:t>Khi chưa thể chọn lựa một màu nền thích hợp, hãy sử dụng </a:t>
            </a:r>
            <a:r>
              <a:rPr lang="vi-VN" sz="2400" b="1" dirty="0">
                <a:solidFill>
                  <a:schemeClr val="dk1"/>
                </a:solidFill>
                <a:latin typeface="Calibri" panose="020F0502020204030204"/>
                <a:ea typeface="Calibri" panose="020F0502020204030204"/>
                <a:cs typeface="Calibri" panose="020F0502020204030204"/>
                <a:sym typeface="Calibri" panose="020F0502020204030204"/>
              </a:rPr>
              <a:t>màu xám</a:t>
            </a:r>
            <a:r>
              <a:rPr lang="vi-VN" sz="2400" dirty="0">
                <a:solidFill>
                  <a:schemeClr val="dk1"/>
                </a:solidFill>
                <a:latin typeface="Calibri" panose="020F0502020204030204"/>
                <a:ea typeface="Calibri" panose="020F0502020204030204"/>
                <a:cs typeface="Calibri" panose="020F0502020204030204"/>
                <a:sym typeface="Calibri" panose="020F0502020204030204"/>
              </a:rPr>
              <a:t> hoặc </a:t>
            </a:r>
            <a:r>
              <a:rPr lang="vi-VN" sz="2400" b="1" dirty="0">
                <a:solidFill>
                  <a:schemeClr val="dk1"/>
                </a:solidFill>
                <a:latin typeface="Calibri" panose="020F0502020204030204"/>
                <a:ea typeface="Calibri" panose="020F0502020204030204"/>
                <a:cs typeface="Calibri" panose="020F0502020204030204"/>
                <a:sym typeface="Calibri" panose="020F0502020204030204"/>
              </a:rPr>
              <a:t>màu xám nhạt</a:t>
            </a:r>
            <a:r>
              <a:rPr lang="vi-VN" sz="2400" dirty="0">
                <a:solidFill>
                  <a:schemeClr val="dk1"/>
                </a:solidFill>
                <a:latin typeface="Calibri" panose="020F0502020204030204"/>
                <a:ea typeface="Calibri" panose="020F0502020204030204"/>
                <a:cs typeface="Calibri" panose="020F0502020204030204"/>
                <a:sym typeface="Calibri" panose="020F0502020204030204"/>
              </a:rPr>
              <a:t>. Mặc dù đó không phải là màu nổi trội hay mang lại cảm hứng nhất, nhưng là màu an toàn, đảm bảo cho nội dung, dịch vụ/sản phẩm của bạn nổi bật. </a:t>
            </a:r>
            <a:endParaRPr lang="en-US" sz="2400" dirty="0">
              <a:solidFill>
                <a:schemeClr val="dk1"/>
              </a:solidFill>
              <a:latin typeface="Calibri" panose="020F0502020204030204"/>
              <a:ea typeface="Calibri" panose="020F0502020204030204"/>
              <a:cs typeface="Calibri" panose="020F0502020204030204"/>
              <a:sym typeface="Calibri" panose="020F0502020204030204"/>
            </a:endParaRPr>
          </a:p>
        </p:txBody>
      </p:sp>
    </p:spTree>
    <p:extLst>
      <p:ext uri="{BB962C8B-B14F-4D97-AF65-F5344CB8AC3E}">
        <p14:creationId xmlns:p14="http://schemas.microsoft.com/office/powerpoint/2010/main" val="183894223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301"/>
        <p:cNvGrpSpPr/>
        <p:nvPr/>
      </p:nvGrpSpPr>
      <p:grpSpPr>
        <a:xfrm>
          <a:off x="0" y="0"/>
          <a:ext cx="0" cy="0"/>
          <a:chOff x="0" y="0"/>
          <a:chExt cx="0" cy="0"/>
        </a:xfrm>
      </p:grpSpPr>
      <p:sp>
        <p:nvSpPr>
          <p:cNvPr id="302" name="Google Shape;302;p34"/>
          <p:cNvSpPr txBox="1">
            <a:spLocks noGrp="1"/>
          </p:cNvSpPr>
          <p:nvPr>
            <p:ph type="title"/>
          </p:nvPr>
        </p:nvSpPr>
        <p:spPr>
          <a:xfrm>
            <a:off x="406400" y="254849"/>
            <a:ext cx="11379300" cy="613800"/>
          </a:xfrm>
          <a:prstGeom prst="rect">
            <a:avLst/>
          </a:prstGeom>
          <a:noFill/>
          <a:ln>
            <a:noFill/>
          </a:ln>
        </p:spPr>
        <p:txBody>
          <a:bodyPr spcFirstLastPara="1" wrap="square" lIns="91425" tIns="45700" rIns="91425" bIns="45700" anchor="ctr" anchorCtr="0">
            <a:normAutofit/>
          </a:bodyPr>
          <a:lstStyle/>
          <a:p>
            <a:pPr lvl="0">
              <a:buSzPts val="2800"/>
            </a:pPr>
            <a:r>
              <a:rPr lang="en-US" dirty="0"/>
              <a:t>3. </a:t>
            </a:r>
            <a:r>
              <a:rPr lang="en-US" dirty="0" err="1"/>
              <a:t>Vòng</a:t>
            </a:r>
            <a:r>
              <a:rPr lang="en-US" dirty="0"/>
              <a:t> </a:t>
            </a:r>
            <a:r>
              <a:rPr lang="en-US" dirty="0" err="1"/>
              <a:t>tròn</a:t>
            </a:r>
            <a:r>
              <a:rPr lang="en-US" dirty="0"/>
              <a:t> </a:t>
            </a:r>
            <a:r>
              <a:rPr lang="en-US" dirty="0" err="1"/>
              <a:t>màu</a:t>
            </a:r>
            <a:r>
              <a:rPr lang="en-US" dirty="0"/>
              <a:t> </a:t>
            </a:r>
            <a:r>
              <a:rPr lang="en-US" dirty="0" err="1"/>
              <a:t>và</a:t>
            </a:r>
            <a:r>
              <a:rPr lang="en-US" dirty="0"/>
              <a:t> </a:t>
            </a:r>
            <a:r>
              <a:rPr lang="en-US" dirty="0" err="1"/>
              <a:t>phương</a:t>
            </a:r>
            <a:r>
              <a:rPr lang="en-US" dirty="0"/>
              <a:t> </a:t>
            </a:r>
            <a:r>
              <a:rPr lang="en-US" dirty="0" err="1"/>
              <a:t>pháp</a:t>
            </a:r>
            <a:r>
              <a:rPr lang="en-US" dirty="0"/>
              <a:t> </a:t>
            </a:r>
            <a:r>
              <a:rPr lang="en-US" dirty="0" err="1"/>
              <a:t>phối</a:t>
            </a:r>
            <a:r>
              <a:rPr lang="en-US" dirty="0"/>
              <a:t> </a:t>
            </a:r>
            <a:r>
              <a:rPr lang="en-US" dirty="0" err="1"/>
              <a:t>màu</a:t>
            </a:r>
            <a:endParaRPr dirty="0">
              <a:solidFill>
                <a:schemeClr val="dk2"/>
              </a:solidFill>
            </a:endParaRPr>
          </a:p>
        </p:txBody>
      </p:sp>
      <p:pic>
        <p:nvPicPr>
          <p:cNvPr id="2" name="Picture 1"/>
          <p:cNvPicPr>
            <a:picLocks noChangeAspect="1"/>
          </p:cNvPicPr>
          <p:nvPr/>
        </p:nvPicPr>
        <p:blipFill>
          <a:blip r:embed="rId3"/>
          <a:stretch>
            <a:fillRect/>
          </a:stretch>
        </p:blipFill>
        <p:spPr>
          <a:xfrm>
            <a:off x="4088716" y="1383171"/>
            <a:ext cx="7696984" cy="4673720"/>
          </a:xfrm>
          <a:prstGeom prst="rect">
            <a:avLst/>
          </a:prstGeom>
        </p:spPr>
      </p:pic>
      <p:sp>
        <p:nvSpPr>
          <p:cNvPr id="5" name="Google Shape;303;p34"/>
          <p:cNvSpPr txBox="1"/>
          <p:nvPr/>
        </p:nvSpPr>
        <p:spPr>
          <a:xfrm>
            <a:off x="406399" y="1057564"/>
            <a:ext cx="3455596" cy="3613256"/>
          </a:xfrm>
          <a:prstGeom prst="rect">
            <a:avLst/>
          </a:prstGeom>
          <a:noFill/>
          <a:ln>
            <a:noFill/>
          </a:ln>
        </p:spPr>
        <p:txBody>
          <a:bodyPr spcFirstLastPara="1" wrap="square" lIns="91425" tIns="45700" rIns="91425" bIns="45700" anchor="t" anchorCtr="0">
            <a:spAutoFit/>
          </a:bodyPr>
          <a:lstStyle/>
          <a:p>
            <a:pPr marL="457200" marR="0" lvl="1" indent="0" algn="l" rtl="0">
              <a:lnSpc>
                <a:spcPct val="130000"/>
              </a:lnSpc>
              <a:spcBef>
                <a:spcPts val="0"/>
              </a:spcBef>
              <a:spcAft>
                <a:spcPts val="0"/>
              </a:spcAft>
              <a:buClr>
                <a:schemeClr val="accent1"/>
              </a:buClr>
              <a:buSzPts val="2800"/>
              <a:buFont typeface="Arial" panose="020B0604020202020204"/>
              <a:buNone/>
            </a:pPr>
            <a:r>
              <a:rPr lang="en-US" sz="2800" b="1" dirty="0">
                <a:solidFill>
                  <a:schemeClr val="dk1"/>
                </a:solidFill>
                <a:latin typeface="Calibri" panose="020F0502020204030204"/>
                <a:ea typeface="Calibri" panose="020F0502020204030204"/>
                <a:cs typeface="Calibri" panose="020F0502020204030204"/>
                <a:sym typeface="Calibri" panose="020F0502020204030204"/>
              </a:rPr>
              <a:t>3.4.3. </a:t>
            </a:r>
            <a:r>
              <a:rPr lang="en-US" sz="2800" b="1" dirty="0" err="1">
                <a:solidFill>
                  <a:schemeClr val="dk1"/>
                </a:solidFill>
                <a:latin typeface="Calibri" panose="020F0502020204030204"/>
                <a:ea typeface="Calibri" panose="020F0502020204030204"/>
                <a:cs typeface="Calibri" panose="020F0502020204030204"/>
                <a:sym typeface="Calibri" panose="020F0502020204030204"/>
              </a:rPr>
              <a:t>Màu</a:t>
            </a:r>
            <a:r>
              <a:rPr lang="en-US" sz="2800" b="1" dirty="0">
                <a:solidFill>
                  <a:schemeClr val="dk1"/>
                </a:solidFill>
                <a:latin typeface="Calibri" panose="020F0502020204030204"/>
                <a:ea typeface="Calibri" panose="020F0502020204030204"/>
                <a:cs typeface="Calibri" panose="020F0502020204030204"/>
                <a:sym typeface="Calibri" panose="020F0502020204030204"/>
              </a:rPr>
              <a:t> </a:t>
            </a:r>
            <a:r>
              <a:rPr lang="en-US" sz="2800" b="1" dirty="0" err="1">
                <a:solidFill>
                  <a:schemeClr val="dk1"/>
                </a:solidFill>
                <a:latin typeface="Calibri" panose="020F0502020204030204"/>
                <a:ea typeface="Calibri" panose="020F0502020204030204"/>
                <a:cs typeface="Calibri" panose="020F0502020204030204"/>
                <a:sym typeface="Calibri" panose="020F0502020204030204"/>
              </a:rPr>
              <a:t>nền</a:t>
            </a:r>
            <a:r>
              <a:rPr lang="en-US" sz="2800" b="1" dirty="0">
                <a:solidFill>
                  <a:schemeClr val="dk1"/>
                </a:solidFill>
                <a:latin typeface="Calibri" panose="020F0502020204030204"/>
                <a:ea typeface="Calibri" panose="020F0502020204030204"/>
                <a:cs typeface="Calibri" panose="020F0502020204030204"/>
                <a:sym typeface="Calibri" panose="020F0502020204030204"/>
              </a:rPr>
              <a:t> website</a:t>
            </a:r>
          </a:p>
          <a:p>
            <a:pPr marL="800100" lvl="1" indent="-342900">
              <a:lnSpc>
                <a:spcPct val="130000"/>
              </a:lnSpc>
              <a:buClr>
                <a:schemeClr val="accent1"/>
              </a:buClr>
              <a:buSzPts val="2800"/>
              <a:buFontTx/>
              <a:buChar char="-"/>
            </a:pPr>
            <a:r>
              <a:rPr lang="en-US" sz="2400" b="1" i="1" dirty="0" err="1">
                <a:solidFill>
                  <a:schemeClr val="dk1"/>
                </a:solidFill>
                <a:latin typeface="Calibri" panose="020F0502020204030204"/>
                <a:ea typeface="Calibri" panose="020F0502020204030204"/>
                <a:cs typeface="Calibri" panose="020F0502020204030204"/>
                <a:sym typeface="Calibri" panose="020F0502020204030204"/>
              </a:rPr>
              <a:t>Màu</a:t>
            </a:r>
            <a:r>
              <a:rPr lang="en-US" sz="2400" b="1" i="1" dirty="0">
                <a:solidFill>
                  <a:schemeClr val="dk1"/>
                </a:solidFill>
                <a:latin typeface="Calibri" panose="020F0502020204030204"/>
                <a:ea typeface="Calibri" panose="020F0502020204030204"/>
                <a:cs typeface="Calibri" panose="020F0502020204030204"/>
                <a:sym typeface="Calibri" panose="020F0502020204030204"/>
              </a:rPr>
              <a:t> </a:t>
            </a:r>
            <a:r>
              <a:rPr lang="en-US" sz="2400" b="1" i="1" dirty="0" err="1">
                <a:solidFill>
                  <a:schemeClr val="dk1"/>
                </a:solidFill>
                <a:latin typeface="Calibri" panose="020F0502020204030204"/>
                <a:ea typeface="Calibri" panose="020F0502020204030204"/>
                <a:cs typeface="Calibri" panose="020F0502020204030204"/>
                <a:sym typeface="Calibri" panose="020F0502020204030204"/>
              </a:rPr>
              <a:t>trắng</a:t>
            </a:r>
            <a:r>
              <a:rPr lang="en-US" sz="2400" b="1" i="1" dirty="0">
                <a:solidFill>
                  <a:schemeClr val="dk1"/>
                </a:solidFill>
                <a:latin typeface="Calibri" panose="020F0502020204030204"/>
                <a:ea typeface="Calibri" panose="020F0502020204030204"/>
                <a:cs typeface="Calibri" panose="020F0502020204030204"/>
                <a:sym typeface="Calibri" panose="020F0502020204030204"/>
              </a:rPr>
              <a:t>:</a:t>
            </a:r>
          </a:p>
          <a:p>
            <a:pPr marL="457200" lvl="1">
              <a:lnSpc>
                <a:spcPct val="130000"/>
              </a:lnSpc>
              <a:buClr>
                <a:schemeClr val="accent1"/>
              </a:buClr>
              <a:buSzPts val="2800"/>
            </a:pPr>
            <a:r>
              <a:rPr lang="vi-VN" sz="2400" dirty="0">
                <a:solidFill>
                  <a:schemeClr val="dk1"/>
                </a:solidFill>
                <a:latin typeface="Calibri" panose="020F0502020204030204"/>
                <a:ea typeface="Calibri" panose="020F0502020204030204"/>
                <a:cs typeface="Calibri" panose="020F0502020204030204"/>
                <a:sym typeface="Calibri" panose="020F0502020204030204"/>
              </a:rPr>
              <a:t>Phương án an toàn nhất là nên chọn một tông nền sáng hoặc màu trắng</a:t>
            </a:r>
            <a:endParaRPr lang="en-US" sz="2400" dirty="0">
              <a:solidFill>
                <a:schemeClr val="dk1"/>
              </a:solidFill>
              <a:latin typeface="Calibri" panose="020F0502020204030204"/>
              <a:ea typeface="Calibri" panose="020F0502020204030204"/>
              <a:cs typeface="Calibri" panose="020F0502020204030204"/>
              <a:sym typeface="Calibri" panose="020F0502020204030204"/>
            </a:endParaRPr>
          </a:p>
        </p:txBody>
      </p:sp>
    </p:spTree>
    <p:extLst>
      <p:ext uri="{BB962C8B-B14F-4D97-AF65-F5344CB8AC3E}">
        <p14:creationId xmlns:p14="http://schemas.microsoft.com/office/powerpoint/2010/main" val="46271935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301"/>
        <p:cNvGrpSpPr/>
        <p:nvPr/>
      </p:nvGrpSpPr>
      <p:grpSpPr>
        <a:xfrm>
          <a:off x="0" y="0"/>
          <a:ext cx="0" cy="0"/>
          <a:chOff x="0" y="0"/>
          <a:chExt cx="0" cy="0"/>
        </a:xfrm>
      </p:grpSpPr>
      <p:sp>
        <p:nvSpPr>
          <p:cNvPr id="302" name="Google Shape;302;p34"/>
          <p:cNvSpPr txBox="1">
            <a:spLocks noGrp="1"/>
          </p:cNvSpPr>
          <p:nvPr>
            <p:ph type="title"/>
          </p:nvPr>
        </p:nvSpPr>
        <p:spPr>
          <a:xfrm>
            <a:off x="406400" y="254849"/>
            <a:ext cx="11379300" cy="613800"/>
          </a:xfrm>
          <a:prstGeom prst="rect">
            <a:avLst/>
          </a:prstGeom>
          <a:noFill/>
          <a:ln>
            <a:noFill/>
          </a:ln>
        </p:spPr>
        <p:txBody>
          <a:bodyPr spcFirstLastPara="1" wrap="square" lIns="91425" tIns="45700" rIns="91425" bIns="45700" anchor="ctr" anchorCtr="0">
            <a:normAutofit/>
          </a:bodyPr>
          <a:lstStyle/>
          <a:p>
            <a:pPr lvl="0">
              <a:buSzPts val="2800"/>
            </a:pPr>
            <a:r>
              <a:rPr lang="en-US" dirty="0"/>
              <a:t>3. </a:t>
            </a:r>
            <a:r>
              <a:rPr lang="en-US" dirty="0" err="1"/>
              <a:t>Vòng</a:t>
            </a:r>
            <a:r>
              <a:rPr lang="en-US" dirty="0"/>
              <a:t> </a:t>
            </a:r>
            <a:r>
              <a:rPr lang="en-US" dirty="0" err="1"/>
              <a:t>tròn</a:t>
            </a:r>
            <a:r>
              <a:rPr lang="en-US" dirty="0"/>
              <a:t> </a:t>
            </a:r>
            <a:r>
              <a:rPr lang="en-US" dirty="0" err="1"/>
              <a:t>màu</a:t>
            </a:r>
            <a:r>
              <a:rPr lang="en-US" dirty="0"/>
              <a:t> </a:t>
            </a:r>
            <a:r>
              <a:rPr lang="en-US" dirty="0" err="1"/>
              <a:t>và</a:t>
            </a:r>
            <a:r>
              <a:rPr lang="en-US" dirty="0"/>
              <a:t> </a:t>
            </a:r>
            <a:r>
              <a:rPr lang="en-US" dirty="0" err="1"/>
              <a:t>phương</a:t>
            </a:r>
            <a:r>
              <a:rPr lang="en-US" dirty="0"/>
              <a:t> </a:t>
            </a:r>
            <a:r>
              <a:rPr lang="en-US" dirty="0" err="1"/>
              <a:t>pháp</a:t>
            </a:r>
            <a:r>
              <a:rPr lang="en-US" dirty="0"/>
              <a:t> </a:t>
            </a:r>
            <a:r>
              <a:rPr lang="en-US" dirty="0" err="1"/>
              <a:t>phối</a:t>
            </a:r>
            <a:r>
              <a:rPr lang="en-US" dirty="0"/>
              <a:t> </a:t>
            </a:r>
            <a:r>
              <a:rPr lang="en-US" dirty="0" err="1"/>
              <a:t>màu</a:t>
            </a:r>
            <a:endParaRPr dirty="0">
              <a:solidFill>
                <a:schemeClr val="dk2"/>
              </a:solidFill>
            </a:endParaRPr>
          </a:p>
        </p:txBody>
      </p:sp>
      <p:pic>
        <p:nvPicPr>
          <p:cNvPr id="3" name="Picture 2"/>
          <p:cNvPicPr>
            <a:picLocks noChangeAspect="1"/>
          </p:cNvPicPr>
          <p:nvPr/>
        </p:nvPicPr>
        <p:blipFill>
          <a:blip r:embed="rId3"/>
          <a:stretch>
            <a:fillRect/>
          </a:stretch>
        </p:blipFill>
        <p:spPr>
          <a:xfrm>
            <a:off x="5216868" y="1506970"/>
            <a:ext cx="6568832" cy="4299357"/>
          </a:xfrm>
          <a:prstGeom prst="rect">
            <a:avLst/>
          </a:prstGeom>
        </p:spPr>
      </p:pic>
      <p:sp>
        <p:nvSpPr>
          <p:cNvPr id="5" name="Google Shape;303;p34"/>
          <p:cNvSpPr txBox="1"/>
          <p:nvPr/>
        </p:nvSpPr>
        <p:spPr>
          <a:xfrm>
            <a:off x="406399" y="1057564"/>
            <a:ext cx="4380754" cy="4493497"/>
          </a:xfrm>
          <a:prstGeom prst="rect">
            <a:avLst/>
          </a:prstGeom>
          <a:noFill/>
          <a:ln>
            <a:noFill/>
          </a:ln>
        </p:spPr>
        <p:txBody>
          <a:bodyPr spcFirstLastPara="1" wrap="square" lIns="91425" tIns="45700" rIns="91425" bIns="45700" anchor="t" anchorCtr="0">
            <a:spAutoFit/>
          </a:bodyPr>
          <a:lstStyle/>
          <a:p>
            <a:pPr marL="457200" marR="0" lvl="1" indent="0" algn="l" rtl="0">
              <a:lnSpc>
                <a:spcPct val="130000"/>
              </a:lnSpc>
              <a:spcBef>
                <a:spcPts val="0"/>
              </a:spcBef>
              <a:spcAft>
                <a:spcPts val="0"/>
              </a:spcAft>
              <a:buClr>
                <a:schemeClr val="accent1"/>
              </a:buClr>
              <a:buSzPts val="2800"/>
              <a:buFont typeface="Arial" panose="020B0604020202020204"/>
              <a:buNone/>
            </a:pPr>
            <a:r>
              <a:rPr lang="en-US" sz="2800" b="1" dirty="0">
                <a:solidFill>
                  <a:schemeClr val="dk1"/>
                </a:solidFill>
                <a:latin typeface="Calibri" panose="020F0502020204030204"/>
                <a:ea typeface="Calibri" panose="020F0502020204030204"/>
                <a:cs typeface="Calibri" panose="020F0502020204030204"/>
                <a:sym typeface="Calibri" panose="020F0502020204030204"/>
              </a:rPr>
              <a:t>3.4.3. </a:t>
            </a:r>
            <a:r>
              <a:rPr lang="en-US" sz="2800" b="1" dirty="0" err="1">
                <a:solidFill>
                  <a:schemeClr val="dk1"/>
                </a:solidFill>
                <a:latin typeface="Calibri" panose="020F0502020204030204"/>
                <a:ea typeface="Calibri" panose="020F0502020204030204"/>
                <a:cs typeface="Calibri" panose="020F0502020204030204"/>
                <a:sym typeface="Calibri" panose="020F0502020204030204"/>
              </a:rPr>
              <a:t>Màu</a:t>
            </a:r>
            <a:r>
              <a:rPr lang="en-US" sz="2800" b="1" dirty="0">
                <a:solidFill>
                  <a:schemeClr val="dk1"/>
                </a:solidFill>
                <a:latin typeface="Calibri" panose="020F0502020204030204"/>
                <a:ea typeface="Calibri" panose="020F0502020204030204"/>
                <a:cs typeface="Calibri" panose="020F0502020204030204"/>
                <a:sym typeface="Calibri" panose="020F0502020204030204"/>
              </a:rPr>
              <a:t> </a:t>
            </a:r>
            <a:r>
              <a:rPr lang="en-US" sz="2800" b="1" dirty="0" err="1">
                <a:solidFill>
                  <a:schemeClr val="dk1"/>
                </a:solidFill>
                <a:latin typeface="Calibri" panose="020F0502020204030204"/>
                <a:ea typeface="Calibri" panose="020F0502020204030204"/>
                <a:cs typeface="Calibri" panose="020F0502020204030204"/>
                <a:sym typeface="Calibri" panose="020F0502020204030204"/>
              </a:rPr>
              <a:t>nền</a:t>
            </a:r>
            <a:r>
              <a:rPr lang="en-US" sz="2800" b="1" dirty="0">
                <a:solidFill>
                  <a:schemeClr val="dk1"/>
                </a:solidFill>
                <a:latin typeface="Calibri" panose="020F0502020204030204"/>
                <a:ea typeface="Calibri" panose="020F0502020204030204"/>
                <a:cs typeface="Calibri" panose="020F0502020204030204"/>
                <a:sym typeface="Calibri" panose="020F0502020204030204"/>
              </a:rPr>
              <a:t> website</a:t>
            </a:r>
          </a:p>
          <a:p>
            <a:pPr marL="800100" lvl="1" indent="-342900">
              <a:lnSpc>
                <a:spcPct val="130000"/>
              </a:lnSpc>
              <a:buClr>
                <a:schemeClr val="accent1"/>
              </a:buClr>
              <a:buSzPts val="2800"/>
              <a:buFontTx/>
              <a:buChar char="-"/>
            </a:pPr>
            <a:r>
              <a:rPr lang="en-US" sz="2400" b="1" i="1" dirty="0" err="1">
                <a:solidFill>
                  <a:schemeClr val="dk1"/>
                </a:solidFill>
                <a:latin typeface="Calibri" panose="020F0502020204030204"/>
                <a:ea typeface="Calibri" panose="020F0502020204030204"/>
                <a:cs typeface="Calibri" panose="020F0502020204030204"/>
                <a:sym typeface="Calibri" panose="020F0502020204030204"/>
              </a:rPr>
              <a:t>Màu</a:t>
            </a:r>
            <a:r>
              <a:rPr lang="en-US" sz="2400" b="1" i="1" dirty="0">
                <a:solidFill>
                  <a:schemeClr val="dk1"/>
                </a:solidFill>
                <a:latin typeface="Calibri" panose="020F0502020204030204"/>
                <a:ea typeface="Calibri" panose="020F0502020204030204"/>
                <a:cs typeface="Calibri" panose="020F0502020204030204"/>
                <a:sym typeface="Calibri" panose="020F0502020204030204"/>
              </a:rPr>
              <a:t> </a:t>
            </a:r>
            <a:r>
              <a:rPr lang="en-US" sz="2400" b="1" i="1" dirty="0" err="1">
                <a:solidFill>
                  <a:schemeClr val="dk1"/>
                </a:solidFill>
                <a:latin typeface="Calibri" panose="020F0502020204030204"/>
                <a:ea typeface="Calibri" panose="020F0502020204030204"/>
                <a:cs typeface="Calibri" panose="020F0502020204030204"/>
                <a:sym typeface="Calibri" panose="020F0502020204030204"/>
              </a:rPr>
              <a:t>đen</a:t>
            </a:r>
            <a:r>
              <a:rPr lang="en-US" sz="2400" b="1" i="1" dirty="0">
                <a:solidFill>
                  <a:schemeClr val="dk1"/>
                </a:solidFill>
                <a:latin typeface="Calibri" panose="020F0502020204030204"/>
                <a:ea typeface="Calibri" panose="020F0502020204030204"/>
                <a:cs typeface="Calibri" panose="020F0502020204030204"/>
                <a:sym typeface="Calibri" panose="020F0502020204030204"/>
              </a:rPr>
              <a:t>:</a:t>
            </a:r>
          </a:p>
          <a:p>
            <a:pPr marL="457200" lvl="1">
              <a:lnSpc>
                <a:spcPct val="130000"/>
              </a:lnSpc>
              <a:buClr>
                <a:schemeClr val="accent1"/>
              </a:buClr>
              <a:buSzPts val="2800"/>
            </a:pPr>
            <a:r>
              <a:rPr lang="en-US" sz="2400" dirty="0">
                <a:solidFill>
                  <a:schemeClr val="dk1"/>
                </a:solidFill>
                <a:latin typeface="Calibri" panose="020F0502020204030204"/>
                <a:ea typeface="Calibri" panose="020F0502020204030204"/>
                <a:cs typeface="Calibri" panose="020F0502020204030204"/>
                <a:sym typeface="Calibri" panose="020F0502020204030204"/>
              </a:rPr>
              <a:t>+ L</a:t>
            </a:r>
            <a:r>
              <a:rPr lang="vi-VN" sz="2400" dirty="0">
                <a:solidFill>
                  <a:schemeClr val="dk1"/>
                </a:solidFill>
                <a:latin typeface="Calibri" panose="020F0502020204030204"/>
                <a:ea typeface="Calibri" panose="020F0502020204030204"/>
                <a:cs typeface="Calibri" panose="020F0502020204030204"/>
                <a:sym typeface="Calibri" panose="020F0502020204030204"/>
              </a:rPr>
              <a:t>à xu hướng phát triển mạnh mẽ trong các thiết kế trải nghiệm cho người dung</a:t>
            </a:r>
            <a:r>
              <a:rPr lang="en-US" sz="2400" dirty="0">
                <a:solidFill>
                  <a:schemeClr val="dk1"/>
                </a:solidFill>
                <a:latin typeface="Calibri" panose="020F0502020204030204"/>
                <a:ea typeface="Calibri" panose="020F0502020204030204"/>
                <a:cs typeface="Calibri" panose="020F0502020204030204"/>
                <a:sym typeface="Calibri" panose="020F0502020204030204"/>
              </a:rPr>
              <a:t>;</a:t>
            </a:r>
          </a:p>
          <a:p>
            <a:pPr marL="457200" lvl="1">
              <a:lnSpc>
                <a:spcPct val="130000"/>
              </a:lnSpc>
              <a:buClr>
                <a:schemeClr val="accent1"/>
              </a:buClr>
              <a:buSzPts val="2800"/>
            </a:pPr>
            <a:r>
              <a:rPr lang="en-US" sz="2400" dirty="0">
                <a:solidFill>
                  <a:schemeClr val="dk1"/>
                </a:solidFill>
                <a:latin typeface="Calibri" panose="020F0502020204030204"/>
                <a:ea typeface="Calibri" panose="020F0502020204030204"/>
                <a:cs typeface="Calibri" panose="020F0502020204030204"/>
                <a:sym typeface="Calibri" panose="020F0502020204030204"/>
              </a:rPr>
              <a:t>+ T</a:t>
            </a:r>
            <a:r>
              <a:rPr lang="vi-VN" sz="2400" dirty="0">
                <a:solidFill>
                  <a:schemeClr val="dk1"/>
                </a:solidFill>
                <a:latin typeface="Calibri" panose="020F0502020204030204"/>
                <a:ea typeface="Calibri" panose="020F0502020204030204"/>
                <a:cs typeface="Calibri" panose="020F0502020204030204"/>
                <a:sym typeface="Calibri" panose="020F0502020204030204"/>
              </a:rPr>
              <a:t>ạo chiều sâu cho nội dung trông dễ nhìn hơn</a:t>
            </a:r>
            <a:endParaRPr lang="en-US" sz="2400" dirty="0">
              <a:solidFill>
                <a:schemeClr val="dk1"/>
              </a:solidFill>
              <a:latin typeface="Calibri" panose="020F0502020204030204"/>
              <a:ea typeface="Calibri" panose="020F0502020204030204"/>
              <a:cs typeface="Calibri" panose="020F0502020204030204"/>
              <a:sym typeface="Calibri" panose="020F0502020204030204"/>
            </a:endParaRPr>
          </a:p>
          <a:p>
            <a:pPr marL="457200" lvl="1">
              <a:lnSpc>
                <a:spcPct val="130000"/>
              </a:lnSpc>
              <a:buClr>
                <a:schemeClr val="accent1"/>
              </a:buClr>
              <a:buSzPts val="2800"/>
            </a:pPr>
            <a:r>
              <a:rPr lang="en-US" sz="2400" dirty="0">
                <a:solidFill>
                  <a:schemeClr val="dk1"/>
                </a:solidFill>
                <a:latin typeface="Calibri" panose="020F0502020204030204"/>
                <a:ea typeface="Calibri" panose="020F0502020204030204"/>
                <a:cs typeface="Calibri" panose="020F0502020204030204"/>
                <a:sym typeface="Calibri" panose="020F0502020204030204"/>
              </a:rPr>
              <a:t>+ </a:t>
            </a:r>
            <a:r>
              <a:rPr lang="en-US" sz="2400" dirty="0" err="1">
                <a:solidFill>
                  <a:schemeClr val="dk1"/>
                </a:solidFill>
                <a:latin typeface="Calibri" panose="020F0502020204030204"/>
                <a:ea typeface="Calibri" panose="020F0502020204030204"/>
                <a:cs typeface="Calibri" panose="020F0502020204030204"/>
                <a:sym typeface="Calibri" panose="020F0502020204030204"/>
              </a:rPr>
              <a:t>Phù</a:t>
            </a:r>
            <a:r>
              <a:rPr lang="en-US" sz="2400" dirty="0">
                <a:solidFill>
                  <a:schemeClr val="dk1"/>
                </a:solidFill>
                <a:latin typeface="Calibri" panose="020F0502020204030204"/>
                <a:ea typeface="Calibri" panose="020F0502020204030204"/>
                <a:cs typeface="Calibri" panose="020F0502020204030204"/>
                <a:sym typeface="Calibri" panose="020F0502020204030204"/>
              </a:rPr>
              <a:t> </a:t>
            </a:r>
            <a:r>
              <a:rPr lang="en-US" sz="2400" dirty="0" err="1">
                <a:solidFill>
                  <a:schemeClr val="dk1"/>
                </a:solidFill>
                <a:latin typeface="Calibri" panose="020F0502020204030204"/>
                <a:ea typeface="Calibri" panose="020F0502020204030204"/>
                <a:cs typeface="Calibri" panose="020F0502020204030204"/>
                <a:sym typeface="Calibri" panose="020F0502020204030204"/>
              </a:rPr>
              <a:t>hợp</a:t>
            </a:r>
            <a:r>
              <a:rPr lang="en-US" sz="2400" dirty="0">
                <a:solidFill>
                  <a:schemeClr val="dk1"/>
                </a:solidFill>
                <a:latin typeface="Calibri" panose="020F0502020204030204"/>
                <a:ea typeface="Calibri" panose="020F0502020204030204"/>
                <a:cs typeface="Calibri" panose="020F0502020204030204"/>
                <a:sym typeface="Calibri" panose="020F0502020204030204"/>
              </a:rPr>
              <a:t> </a:t>
            </a:r>
            <a:r>
              <a:rPr lang="en-US" sz="2400" dirty="0" err="1">
                <a:solidFill>
                  <a:schemeClr val="dk1"/>
                </a:solidFill>
                <a:latin typeface="Calibri" panose="020F0502020204030204"/>
                <a:ea typeface="Calibri" panose="020F0502020204030204"/>
                <a:cs typeface="Calibri" panose="020F0502020204030204"/>
                <a:sym typeface="Calibri" panose="020F0502020204030204"/>
              </a:rPr>
              <a:t>thiết</a:t>
            </a:r>
            <a:r>
              <a:rPr lang="en-US" sz="2400" dirty="0">
                <a:solidFill>
                  <a:schemeClr val="dk1"/>
                </a:solidFill>
                <a:latin typeface="Calibri" panose="020F0502020204030204"/>
                <a:ea typeface="Calibri" panose="020F0502020204030204"/>
                <a:cs typeface="Calibri" panose="020F0502020204030204"/>
                <a:sym typeface="Calibri" panose="020F0502020204030204"/>
              </a:rPr>
              <a:t> </a:t>
            </a:r>
            <a:r>
              <a:rPr lang="en-US" sz="2400" dirty="0" err="1">
                <a:solidFill>
                  <a:schemeClr val="dk1"/>
                </a:solidFill>
                <a:latin typeface="Calibri" panose="020F0502020204030204"/>
                <a:ea typeface="Calibri" panose="020F0502020204030204"/>
                <a:cs typeface="Calibri" panose="020F0502020204030204"/>
                <a:sym typeface="Calibri" panose="020F0502020204030204"/>
              </a:rPr>
              <a:t>kế</a:t>
            </a:r>
            <a:r>
              <a:rPr lang="en-US" sz="2400" dirty="0">
                <a:solidFill>
                  <a:schemeClr val="dk1"/>
                </a:solidFill>
                <a:latin typeface="Calibri" panose="020F0502020204030204"/>
                <a:ea typeface="Calibri" panose="020F0502020204030204"/>
                <a:cs typeface="Calibri" panose="020F0502020204030204"/>
                <a:sym typeface="Calibri" panose="020F0502020204030204"/>
              </a:rPr>
              <a:t> web </a:t>
            </a:r>
            <a:r>
              <a:rPr lang="en-US" sz="2400" dirty="0" err="1">
                <a:solidFill>
                  <a:schemeClr val="dk1"/>
                </a:solidFill>
                <a:latin typeface="Calibri" panose="020F0502020204030204"/>
                <a:ea typeface="Calibri" panose="020F0502020204030204"/>
                <a:cs typeface="Calibri" panose="020F0502020204030204"/>
                <a:sym typeface="Calibri" panose="020F0502020204030204"/>
              </a:rPr>
              <a:t>tối</a:t>
            </a:r>
            <a:r>
              <a:rPr lang="en-US" sz="2400" dirty="0">
                <a:solidFill>
                  <a:schemeClr val="dk1"/>
                </a:solidFill>
                <a:latin typeface="Calibri" panose="020F0502020204030204"/>
                <a:ea typeface="Calibri" panose="020F0502020204030204"/>
                <a:cs typeface="Calibri" panose="020F0502020204030204"/>
                <a:sym typeface="Calibri" panose="020F0502020204030204"/>
              </a:rPr>
              <a:t> </a:t>
            </a:r>
            <a:r>
              <a:rPr lang="en-US" sz="2400" dirty="0" err="1">
                <a:solidFill>
                  <a:schemeClr val="dk1"/>
                </a:solidFill>
                <a:latin typeface="Calibri" panose="020F0502020204030204"/>
                <a:ea typeface="Calibri" panose="020F0502020204030204"/>
                <a:cs typeface="Calibri" panose="020F0502020204030204"/>
                <a:sym typeface="Calibri" panose="020F0502020204030204"/>
              </a:rPr>
              <a:t>giản</a:t>
            </a:r>
            <a:r>
              <a:rPr lang="en-US" sz="2400" dirty="0">
                <a:solidFill>
                  <a:schemeClr val="dk1"/>
                </a:solidFill>
                <a:latin typeface="Calibri" panose="020F0502020204030204"/>
                <a:ea typeface="Calibri" panose="020F0502020204030204"/>
                <a:cs typeface="Calibri" panose="020F0502020204030204"/>
                <a:sym typeface="Calibri" panose="020F0502020204030204"/>
              </a:rPr>
              <a:t> </a:t>
            </a:r>
            <a:r>
              <a:rPr lang="en-US" sz="2400" dirty="0" err="1">
                <a:solidFill>
                  <a:schemeClr val="dk1"/>
                </a:solidFill>
                <a:latin typeface="Calibri" panose="020F0502020204030204"/>
                <a:ea typeface="Calibri" panose="020F0502020204030204"/>
                <a:cs typeface="Calibri" panose="020F0502020204030204"/>
                <a:sym typeface="Calibri" panose="020F0502020204030204"/>
              </a:rPr>
              <a:t>với</a:t>
            </a:r>
            <a:r>
              <a:rPr lang="en-US" sz="2400" dirty="0">
                <a:solidFill>
                  <a:schemeClr val="dk1"/>
                </a:solidFill>
                <a:latin typeface="Calibri" panose="020F0502020204030204"/>
                <a:ea typeface="Calibri" panose="020F0502020204030204"/>
                <a:cs typeface="Calibri" panose="020F0502020204030204"/>
                <a:sym typeface="Calibri" panose="020F0502020204030204"/>
              </a:rPr>
              <a:t> </a:t>
            </a:r>
            <a:r>
              <a:rPr lang="en-US" sz="2400" dirty="0" err="1">
                <a:solidFill>
                  <a:schemeClr val="dk1"/>
                </a:solidFill>
                <a:latin typeface="Calibri" panose="020F0502020204030204"/>
                <a:ea typeface="Calibri" panose="020F0502020204030204"/>
                <a:cs typeface="Calibri" panose="020F0502020204030204"/>
                <a:sym typeface="Calibri" panose="020F0502020204030204"/>
              </a:rPr>
              <a:t>nhiều</a:t>
            </a:r>
            <a:r>
              <a:rPr lang="en-US" sz="2400" dirty="0">
                <a:solidFill>
                  <a:schemeClr val="dk1"/>
                </a:solidFill>
                <a:latin typeface="Calibri" panose="020F0502020204030204"/>
                <a:ea typeface="Calibri" panose="020F0502020204030204"/>
                <a:cs typeface="Calibri" panose="020F0502020204030204"/>
                <a:sym typeface="Calibri" panose="020F0502020204030204"/>
              </a:rPr>
              <a:t> </a:t>
            </a:r>
            <a:r>
              <a:rPr lang="en-US" sz="2400" dirty="0" err="1">
                <a:solidFill>
                  <a:schemeClr val="dk1"/>
                </a:solidFill>
                <a:latin typeface="Calibri" panose="020F0502020204030204"/>
                <a:ea typeface="Calibri" panose="020F0502020204030204"/>
                <a:cs typeface="Calibri" panose="020F0502020204030204"/>
                <a:sym typeface="Calibri" panose="020F0502020204030204"/>
              </a:rPr>
              <a:t>khoảng</a:t>
            </a:r>
            <a:r>
              <a:rPr lang="en-US" sz="2400" dirty="0">
                <a:solidFill>
                  <a:schemeClr val="dk1"/>
                </a:solidFill>
                <a:latin typeface="Calibri" panose="020F0502020204030204"/>
                <a:ea typeface="Calibri" panose="020F0502020204030204"/>
                <a:cs typeface="Calibri" panose="020F0502020204030204"/>
                <a:sym typeface="Calibri" panose="020F0502020204030204"/>
              </a:rPr>
              <a:t> </a:t>
            </a:r>
            <a:r>
              <a:rPr lang="en-US" sz="2400" dirty="0" err="1">
                <a:solidFill>
                  <a:schemeClr val="dk1"/>
                </a:solidFill>
                <a:latin typeface="Calibri" panose="020F0502020204030204"/>
                <a:ea typeface="Calibri" panose="020F0502020204030204"/>
                <a:cs typeface="Calibri" panose="020F0502020204030204"/>
                <a:sym typeface="Calibri" panose="020F0502020204030204"/>
              </a:rPr>
              <a:t>trống</a:t>
            </a:r>
            <a:endParaRPr lang="en-US" sz="2400" dirty="0">
              <a:solidFill>
                <a:schemeClr val="dk1"/>
              </a:solidFill>
              <a:latin typeface="Calibri" panose="020F0502020204030204"/>
              <a:ea typeface="Calibri" panose="020F0502020204030204"/>
              <a:cs typeface="Calibri" panose="020F0502020204030204"/>
              <a:sym typeface="Calibri" panose="020F0502020204030204"/>
            </a:endParaRPr>
          </a:p>
        </p:txBody>
      </p:sp>
    </p:spTree>
    <p:extLst>
      <p:ext uri="{BB962C8B-B14F-4D97-AF65-F5344CB8AC3E}">
        <p14:creationId xmlns:p14="http://schemas.microsoft.com/office/powerpoint/2010/main" val="75157228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301"/>
        <p:cNvGrpSpPr/>
        <p:nvPr/>
      </p:nvGrpSpPr>
      <p:grpSpPr>
        <a:xfrm>
          <a:off x="0" y="0"/>
          <a:ext cx="0" cy="0"/>
          <a:chOff x="0" y="0"/>
          <a:chExt cx="0" cy="0"/>
        </a:xfrm>
      </p:grpSpPr>
      <p:sp>
        <p:nvSpPr>
          <p:cNvPr id="302" name="Google Shape;302;p34"/>
          <p:cNvSpPr txBox="1">
            <a:spLocks noGrp="1"/>
          </p:cNvSpPr>
          <p:nvPr>
            <p:ph type="title"/>
          </p:nvPr>
        </p:nvSpPr>
        <p:spPr>
          <a:xfrm>
            <a:off x="406400" y="254849"/>
            <a:ext cx="11379300" cy="613800"/>
          </a:xfrm>
          <a:prstGeom prst="rect">
            <a:avLst/>
          </a:prstGeom>
          <a:noFill/>
          <a:ln>
            <a:noFill/>
          </a:ln>
        </p:spPr>
        <p:txBody>
          <a:bodyPr spcFirstLastPara="1" wrap="square" lIns="91425" tIns="45700" rIns="91425" bIns="45700" anchor="ctr" anchorCtr="0">
            <a:normAutofit/>
          </a:bodyPr>
          <a:lstStyle/>
          <a:p>
            <a:pPr lvl="0">
              <a:buSzPts val="2800"/>
            </a:pPr>
            <a:r>
              <a:rPr lang="en-US" dirty="0"/>
              <a:t>3. </a:t>
            </a:r>
            <a:r>
              <a:rPr lang="en-US" dirty="0" err="1"/>
              <a:t>Vòng</a:t>
            </a:r>
            <a:r>
              <a:rPr lang="en-US" dirty="0"/>
              <a:t> </a:t>
            </a:r>
            <a:r>
              <a:rPr lang="en-US" dirty="0" err="1"/>
              <a:t>tròn</a:t>
            </a:r>
            <a:r>
              <a:rPr lang="en-US" dirty="0"/>
              <a:t> </a:t>
            </a:r>
            <a:r>
              <a:rPr lang="en-US" dirty="0" err="1"/>
              <a:t>màu</a:t>
            </a:r>
            <a:r>
              <a:rPr lang="en-US" dirty="0"/>
              <a:t> </a:t>
            </a:r>
            <a:r>
              <a:rPr lang="en-US" dirty="0" err="1"/>
              <a:t>và</a:t>
            </a:r>
            <a:r>
              <a:rPr lang="en-US" dirty="0"/>
              <a:t> </a:t>
            </a:r>
            <a:r>
              <a:rPr lang="en-US" dirty="0" err="1"/>
              <a:t>phương</a:t>
            </a:r>
            <a:r>
              <a:rPr lang="en-US" dirty="0"/>
              <a:t> </a:t>
            </a:r>
            <a:r>
              <a:rPr lang="en-US" dirty="0" err="1"/>
              <a:t>pháp</a:t>
            </a:r>
            <a:r>
              <a:rPr lang="en-US" dirty="0"/>
              <a:t> </a:t>
            </a:r>
            <a:r>
              <a:rPr lang="en-US" dirty="0" err="1"/>
              <a:t>phối</a:t>
            </a:r>
            <a:r>
              <a:rPr lang="en-US" dirty="0"/>
              <a:t> </a:t>
            </a:r>
            <a:r>
              <a:rPr lang="en-US" dirty="0" err="1"/>
              <a:t>màu</a:t>
            </a:r>
            <a:endParaRPr dirty="0">
              <a:solidFill>
                <a:schemeClr val="dk2"/>
              </a:solidFill>
            </a:endParaRPr>
          </a:p>
        </p:txBody>
      </p:sp>
      <p:pic>
        <p:nvPicPr>
          <p:cNvPr id="2" name="Picture 1"/>
          <p:cNvPicPr>
            <a:picLocks noChangeAspect="1"/>
          </p:cNvPicPr>
          <p:nvPr/>
        </p:nvPicPr>
        <p:blipFill>
          <a:blip r:embed="rId3"/>
          <a:stretch>
            <a:fillRect/>
          </a:stretch>
        </p:blipFill>
        <p:spPr>
          <a:xfrm>
            <a:off x="6250835" y="1645919"/>
            <a:ext cx="5642441" cy="3506994"/>
          </a:xfrm>
          <a:prstGeom prst="rect">
            <a:avLst/>
          </a:prstGeom>
        </p:spPr>
      </p:pic>
      <p:sp>
        <p:nvSpPr>
          <p:cNvPr id="5" name="Google Shape;303;p34"/>
          <p:cNvSpPr txBox="1"/>
          <p:nvPr/>
        </p:nvSpPr>
        <p:spPr>
          <a:xfrm>
            <a:off x="406398" y="1057564"/>
            <a:ext cx="5381215" cy="4973629"/>
          </a:xfrm>
          <a:prstGeom prst="rect">
            <a:avLst/>
          </a:prstGeom>
          <a:noFill/>
          <a:ln>
            <a:noFill/>
          </a:ln>
        </p:spPr>
        <p:txBody>
          <a:bodyPr spcFirstLastPara="1" wrap="square" lIns="91425" tIns="45700" rIns="91425" bIns="45700" anchor="t" anchorCtr="0">
            <a:spAutoFit/>
          </a:bodyPr>
          <a:lstStyle/>
          <a:p>
            <a:pPr marL="457200" marR="0" lvl="1" indent="0" algn="l" rtl="0">
              <a:lnSpc>
                <a:spcPct val="130000"/>
              </a:lnSpc>
              <a:spcBef>
                <a:spcPts val="0"/>
              </a:spcBef>
              <a:spcAft>
                <a:spcPts val="0"/>
              </a:spcAft>
              <a:buClr>
                <a:schemeClr val="accent1"/>
              </a:buClr>
              <a:buSzPts val="2800"/>
              <a:buFont typeface="Arial" panose="020B0604020202020204"/>
              <a:buNone/>
            </a:pPr>
            <a:r>
              <a:rPr lang="en-US" sz="2800" b="1" dirty="0">
                <a:solidFill>
                  <a:schemeClr val="dk1"/>
                </a:solidFill>
                <a:latin typeface="Calibri" panose="020F0502020204030204"/>
                <a:ea typeface="Calibri" panose="020F0502020204030204"/>
                <a:cs typeface="Calibri" panose="020F0502020204030204"/>
                <a:sym typeface="Calibri" panose="020F0502020204030204"/>
              </a:rPr>
              <a:t>3.4.3. </a:t>
            </a:r>
            <a:r>
              <a:rPr lang="en-US" sz="2800" b="1" dirty="0" err="1">
                <a:solidFill>
                  <a:schemeClr val="dk1"/>
                </a:solidFill>
                <a:latin typeface="Calibri" panose="020F0502020204030204"/>
                <a:ea typeface="Calibri" panose="020F0502020204030204"/>
                <a:cs typeface="Calibri" panose="020F0502020204030204"/>
                <a:sym typeface="Calibri" panose="020F0502020204030204"/>
              </a:rPr>
              <a:t>Màu</a:t>
            </a:r>
            <a:r>
              <a:rPr lang="en-US" sz="2800" b="1" dirty="0">
                <a:solidFill>
                  <a:schemeClr val="dk1"/>
                </a:solidFill>
                <a:latin typeface="Calibri" panose="020F0502020204030204"/>
                <a:ea typeface="Calibri" panose="020F0502020204030204"/>
                <a:cs typeface="Calibri" panose="020F0502020204030204"/>
                <a:sym typeface="Calibri" panose="020F0502020204030204"/>
              </a:rPr>
              <a:t> </a:t>
            </a:r>
            <a:r>
              <a:rPr lang="en-US" sz="2800" b="1" dirty="0" err="1">
                <a:solidFill>
                  <a:schemeClr val="dk1"/>
                </a:solidFill>
                <a:latin typeface="Calibri" panose="020F0502020204030204"/>
                <a:ea typeface="Calibri" panose="020F0502020204030204"/>
                <a:cs typeface="Calibri" panose="020F0502020204030204"/>
                <a:sym typeface="Calibri" panose="020F0502020204030204"/>
              </a:rPr>
              <a:t>nền</a:t>
            </a:r>
            <a:r>
              <a:rPr lang="en-US" sz="2800" b="1" dirty="0">
                <a:solidFill>
                  <a:schemeClr val="dk1"/>
                </a:solidFill>
                <a:latin typeface="Calibri" panose="020F0502020204030204"/>
                <a:ea typeface="Calibri" panose="020F0502020204030204"/>
                <a:cs typeface="Calibri" panose="020F0502020204030204"/>
                <a:sym typeface="Calibri" panose="020F0502020204030204"/>
              </a:rPr>
              <a:t> website</a:t>
            </a:r>
          </a:p>
          <a:p>
            <a:pPr marL="800100" lvl="1" indent="-342900">
              <a:lnSpc>
                <a:spcPct val="130000"/>
              </a:lnSpc>
              <a:buClr>
                <a:schemeClr val="accent1"/>
              </a:buClr>
              <a:buSzPts val="2800"/>
              <a:buFontTx/>
              <a:buChar char="-"/>
            </a:pPr>
            <a:r>
              <a:rPr lang="en-US" sz="2400" b="1" i="1" dirty="0" err="1">
                <a:solidFill>
                  <a:schemeClr val="dk1"/>
                </a:solidFill>
                <a:latin typeface="Calibri" panose="020F0502020204030204"/>
                <a:ea typeface="Calibri" panose="020F0502020204030204"/>
                <a:cs typeface="Calibri" panose="020F0502020204030204"/>
                <a:sym typeface="Calibri" panose="020F0502020204030204"/>
              </a:rPr>
              <a:t>Màu</a:t>
            </a:r>
            <a:r>
              <a:rPr lang="en-US" sz="2400" b="1" i="1" dirty="0">
                <a:solidFill>
                  <a:schemeClr val="dk1"/>
                </a:solidFill>
                <a:latin typeface="Calibri" panose="020F0502020204030204"/>
                <a:ea typeface="Calibri" panose="020F0502020204030204"/>
                <a:cs typeface="Calibri" panose="020F0502020204030204"/>
                <a:sym typeface="Calibri" panose="020F0502020204030204"/>
              </a:rPr>
              <a:t> </a:t>
            </a:r>
            <a:r>
              <a:rPr lang="en-US" sz="2400" b="1" i="1" dirty="0" err="1">
                <a:solidFill>
                  <a:schemeClr val="dk1"/>
                </a:solidFill>
                <a:latin typeface="Calibri" panose="020F0502020204030204"/>
                <a:ea typeface="Calibri" panose="020F0502020204030204"/>
                <a:cs typeface="Calibri" panose="020F0502020204030204"/>
                <a:sym typeface="Calibri" panose="020F0502020204030204"/>
              </a:rPr>
              <a:t>thương</a:t>
            </a:r>
            <a:r>
              <a:rPr lang="en-US" sz="2400" b="1" i="1" dirty="0">
                <a:solidFill>
                  <a:schemeClr val="dk1"/>
                </a:solidFill>
                <a:latin typeface="Calibri" panose="020F0502020204030204"/>
                <a:ea typeface="Calibri" panose="020F0502020204030204"/>
                <a:cs typeface="Calibri" panose="020F0502020204030204"/>
                <a:sym typeface="Calibri" panose="020F0502020204030204"/>
              </a:rPr>
              <a:t> </a:t>
            </a:r>
            <a:r>
              <a:rPr lang="en-US" sz="2400" b="1" i="1" dirty="0" err="1">
                <a:solidFill>
                  <a:schemeClr val="dk1"/>
                </a:solidFill>
                <a:latin typeface="Calibri" panose="020F0502020204030204"/>
                <a:ea typeface="Calibri" panose="020F0502020204030204"/>
                <a:cs typeface="Calibri" panose="020F0502020204030204"/>
                <a:sym typeface="Calibri" panose="020F0502020204030204"/>
              </a:rPr>
              <a:t>hiệu</a:t>
            </a:r>
            <a:r>
              <a:rPr lang="en-US" sz="2400" b="1" i="1" dirty="0">
                <a:solidFill>
                  <a:schemeClr val="dk1"/>
                </a:solidFill>
                <a:latin typeface="Calibri" panose="020F0502020204030204"/>
                <a:ea typeface="Calibri" panose="020F0502020204030204"/>
                <a:cs typeface="Calibri" panose="020F0502020204030204"/>
                <a:sym typeface="Calibri" panose="020F0502020204030204"/>
              </a:rPr>
              <a:t>:</a:t>
            </a:r>
          </a:p>
          <a:p>
            <a:pPr marL="457200" lvl="1">
              <a:lnSpc>
                <a:spcPct val="130000"/>
              </a:lnSpc>
              <a:buClr>
                <a:schemeClr val="accent1"/>
              </a:buClr>
              <a:buSzPts val="2800"/>
            </a:pPr>
            <a:r>
              <a:rPr lang="en-US" sz="2400" dirty="0">
                <a:solidFill>
                  <a:schemeClr val="dk1"/>
                </a:solidFill>
                <a:latin typeface="Calibri" panose="020F0502020204030204"/>
                <a:ea typeface="Calibri" panose="020F0502020204030204"/>
                <a:cs typeface="Calibri" panose="020F0502020204030204"/>
                <a:sym typeface="Calibri" panose="020F0502020204030204"/>
              </a:rPr>
              <a:t>+ </a:t>
            </a:r>
            <a:r>
              <a:rPr lang="vi-VN" sz="2400" dirty="0">
                <a:solidFill>
                  <a:schemeClr val="dk1"/>
                </a:solidFill>
                <a:latin typeface="Calibri" panose="020F0502020204030204"/>
                <a:ea typeface="Calibri" panose="020F0502020204030204"/>
                <a:cs typeface="Calibri" panose="020F0502020204030204"/>
                <a:sym typeface="Calibri" panose="020F0502020204030204"/>
              </a:rPr>
              <a:t>Nếu cả nền trắng và đen điều không thực sự tạo ra được sự thu hút cho thương hiệu, thì hãy lựa chọn màu sắc phù hợp với bảng màu thương hiệu</a:t>
            </a:r>
            <a:r>
              <a:rPr lang="en-US" sz="2400" dirty="0">
                <a:solidFill>
                  <a:schemeClr val="dk1"/>
                </a:solidFill>
                <a:latin typeface="Calibri" panose="020F0502020204030204"/>
                <a:ea typeface="Calibri" panose="020F0502020204030204"/>
                <a:cs typeface="Calibri" panose="020F0502020204030204"/>
                <a:sym typeface="Calibri" panose="020F0502020204030204"/>
              </a:rPr>
              <a:t>.</a:t>
            </a:r>
          </a:p>
          <a:p>
            <a:pPr marL="457200" lvl="1">
              <a:lnSpc>
                <a:spcPct val="130000"/>
              </a:lnSpc>
              <a:buClr>
                <a:schemeClr val="accent1"/>
              </a:buClr>
              <a:buSzPts val="2800"/>
            </a:pPr>
            <a:r>
              <a:rPr lang="en-US" sz="2400" dirty="0">
                <a:solidFill>
                  <a:schemeClr val="dk1"/>
                </a:solidFill>
                <a:latin typeface="Calibri" panose="020F0502020204030204"/>
                <a:ea typeface="Calibri" panose="020F0502020204030204"/>
                <a:cs typeface="Calibri" panose="020F0502020204030204"/>
                <a:sym typeface="Calibri" panose="020F0502020204030204"/>
              </a:rPr>
              <a:t>+ </a:t>
            </a:r>
            <a:r>
              <a:rPr lang="vi-VN" sz="2400" dirty="0">
                <a:solidFill>
                  <a:schemeClr val="dk1"/>
                </a:solidFill>
                <a:latin typeface="Calibri" panose="020F0502020204030204"/>
                <a:ea typeface="Calibri" panose="020F0502020204030204"/>
                <a:cs typeface="Calibri" panose="020F0502020204030204"/>
                <a:sym typeface="Calibri" panose="020F0502020204030204"/>
              </a:rPr>
              <a:t>Nếu thương hiệu đã màu sắc nhận diện, hãy sử dụng nó như nguồn cảm hứng thiết kế cho trang web.</a:t>
            </a:r>
            <a:endParaRPr lang="en-US" sz="2400" dirty="0">
              <a:solidFill>
                <a:schemeClr val="dk1"/>
              </a:solidFill>
              <a:latin typeface="Calibri" panose="020F0502020204030204"/>
              <a:ea typeface="Calibri" panose="020F0502020204030204"/>
              <a:cs typeface="Calibri" panose="020F0502020204030204"/>
              <a:sym typeface="Calibri" panose="020F0502020204030204"/>
            </a:endParaRPr>
          </a:p>
        </p:txBody>
      </p:sp>
    </p:spTree>
    <p:extLst>
      <p:ext uri="{BB962C8B-B14F-4D97-AF65-F5344CB8AC3E}">
        <p14:creationId xmlns:p14="http://schemas.microsoft.com/office/powerpoint/2010/main" val="168261953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301"/>
        <p:cNvGrpSpPr/>
        <p:nvPr/>
      </p:nvGrpSpPr>
      <p:grpSpPr>
        <a:xfrm>
          <a:off x="0" y="0"/>
          <a:ext cx="0" cy="0"/>
          <a:chOff x="0" y="0"/>
          <a:chExt cx="0" cy="0"/>
        </a:xfrm>
      </p:grpSpPr>
      <p:sp>
        <p:nvSpPr>
          <p:cNvPr id="302" name="Google Shape;302;p34"/>
          <p:cNvSpPr txBox="1">
            <a:spLocks noGrp="1"/>
          </p:cNvSpPr>
          <p:nvPr>
            <p:ph type="title"/>
          </p:nvPr>
        </p:nvSpPr>
        <p:spPr>
          <a:xfrm>
            <a:off x="406400" y="254849"/>
            <a:ext cx="11379300" cy="613800"/>
          </a:xfrm>
          <a:prstGeom prst="rect">
            <a:avLst/>
          </a:prstGeom>
          <a:noFill/>
          <a:ln>
            <a:noFill/>
          </a:ln>
        </p:spPr>
        <p:txBody>
          <a:bodyPr spcFirstLastPara="1" wrap="square" lIns="91425" tIns="45700" rIns="91425" bIns="45700" anchor="ctr" anchorCtr="0">
            <a:normAutofit/>
          </a:bodyPr>
          <a:lstStyle/>
          <a:p>
            <a:pPr lvl="0">
              <a:buSzPts val="2800"/>
            </a:pPr>
            <a:r>
              <a:rPr lang="en-US" dirty="0"/>
              <a:t>3. </a:t>
            </a:r>
            <a:r>
              <a:rPr lang="en-US" dirty="0" err="1"/>
              <a:t>Vòng</a:t>
            </a:r>
            <a:r>
              <a:rPr lang="en-US" dirty="0"/>
              <a:t> </a:t>
            </a:r>
            <a:r>
              <a:rPr lang="en-US" dirty="0" err="1"/>
              <a:t>tròn</a:t>
            </a:r>
            <a:r>
              <a:rPr lang="en-US" dirty="0"/>
              <a:t> </a:t>
            </a:r>
            <a:r>
              <a:rPr lang="en-US" dirty="0" err="1"/>
              <a:t>màu</a:t>
            </a:r>
            <a:r>
              <a:rPr lang="en-US" dirty="0"/>
              <a:t> </a:t>
            </a:r>
            <a:r>
              <a:rPr lang="en-US" dirty="0" err="1"/>
              <a:t>và</a:t>
            </a:r>
            <a:r>
              <a:rPr lang="en-US" dirty="0"/>
              <a:t> </a:t>
            </a:r>
            <a:r>
              <a:rPr lang="en-US" dirty="0" err="1"/>
              <a:t>phương</a:t>
            </a:r>
            <a:r>
              <a:rPr lang="en-US" dirty="0"/>
              <a:t> </a:t>
            </a:r>
            <a:r>
              <a:rPr lang="en-US" dirty="0" err="1"/>
              <a:t>pháp</a:t>
            </a:r>
            <a:r>
              <a:rPr lang="en-US" dirty="0"/>
              <a:t> </a:t>
            </a:r>
            <a:r>
              <a:rPr lang="en-US" dirty="0" err="1"/>
              <a:t>phối</a:t>
            </a:r>
            <a:r>
              <a:rPr lang="en-US" dirty="0"/>
              <a:t> </a:t>
            </a:r>
            <a:r>
              <a:rPr lang="en-US" dirty="0" err="1"/>
              <a:t>màu</a:t>
            </a:r>
            <a:endParaRPr dirty="0">
              <a:solidFill>
                <a:schemeClr val="dk2"/>
              </a:solidFill>
            </a:endParaRPr>
          </a:p>
        </p:txBody>
      </p:sp>
      <p:pic>
        <p:nvPicPr>
          <p:cNvPr id="3" name="Picture 2"/>
          <p:cNvPicPr>
            <a:picLocks noChangeAspect="1"/>
          </p:cNvPicPr>
          <p:nvPr/>
        </p:nvPicPr>
        <p:blipFill>
          <a:blip r:embed="rId3"/>
          <a:stretch>
            <a:fillRect/>
          </a:stretch>
        </p:blipFill>
        <p:spPr>
          <a:xfrm>
            <a:off x="6351031" y="1398494"/>
            <a:ext cx="5434669" cy="3399418"/>
          </a:xfrm>
          <a:prstGeom prst="rect">
            <a:avLst/>
          </a:prstGeom>
        </p:spPr>
      </p:pic>
      <p:sp>
        <p:nvSpPr>
          <p:cNvPr id="5" name="Google Shape;303;p34"/>
          <p:cNvSpPr txBox="1"/>
          <p:nvPr/>
        </p:nvSpPr>
        <p:spPr>
          <a:xfrm>
            <a:off x="406398" y="1057564"/>
            <a:ext cx="5381215" cy="2572972"/>
          </a:xfrm>
          <a:prstGeom prst="rect">
            <a:avLst/>
          </a:prstGeom>
          <a:noFill/>
          <a:ln>
            <a:noFill/>
          </a:ln>
        </p:spPr>
        <p:txBody>
          <a:bodyPr spcFirstLastPara="1" wrap="square" lIns="91425" tIns="45700" rIns="91425" bIns="45700" anchor="t" anchorCtr="0">
            <a:spAutoFit/>
          </a:bodyPr>
          <a:lstStyle/>
          <a:p>
            <a:pPr marL="457200" marR="0" lvl="1" indent="0" algn="l" rtl="0">
              <a:lnSpc>
                <a:spcPct val="130000"/>
              </a:lnSpc>
              <a:spcBef>
                <a:spcPts val="0"/>
              </a:spcBef>
              <a:spcAft>
                <a:spcPts val="0"/>
              </a:spcAft>
              <a:buClr>
                <a:schemeClr val="accent1"/>
              </a:buClr>
              <a:buSzPts val="2800"/>
              <a:buFont typeface="Arial" panose="020B0604020202020204"/>
              <a:buNone/>
            </a:pPr>
            <a:r>
              <a:rPr lang="en-US" sz="2800" b="1" dirty="0">
                <a:solidFill>
                  <a:schemeClr val="dk1"/>
                </a:solidFill>
                <a:latin typeface="Calibri" panose="020F0502020204030204"/>
                <a:ea typeface="Calibri" panose="020F0502020204030204"/>
                <a:cs typeface="Calibri" panose="020F0502020204030204"/>
                <a:sym typeface="Calibri" panose="020F0502020204030204"/>
              </a:rPr>
              <a:t>3.4.3. </a:t>
            </a:r>
            <a:r>
              <a:rPr lang="en-US" sz="2800" b="1" dirty="0" err="1">
                <a:solidFill>
                  <a:schemeClr val="dk1"/>
                </a:solidFill>
                <a:latin typeface="Calibri" panose="020F0502020204030204"/>
                <a:ea typeface="Calibri" panose="020F0502020204030204"/>
                <a:cs typeface="Calibri" panose="020F0502020204030204"/>
                <a:sym typeface="Calibri" panose="020F0502020204030204"/>
              </a:rPr>
              <a:t>Màu</a:t>
            </a:r>
            <a:r>
              <a:rPr lang="en-US" sz="2800" b="1" dirty="0">
                <a:solidFill>
                  <a:schemeClr val="dk1"/>
                </a:solidFill>
                <a:latin typeface="Calibri" panose="020F0502020204030204"/>
                <a:ea typeface="Calibri" panose="020F0502020204030204"/>
                <a:cs typeface="Calibri" panose="020F0502020204030204"/>
                <a:sym typeface="Calibri" panose="020F0502020204030204"/>
              </a:rPr>
              <a:t> </a:t>
            </a:r>
            <a:r>
              <a:rPr lang="en-US" sz="2800" b="1" dirty="0" err="1">
                <a:solidFill>
                  <a:schemeClr val="dk1"/>
                </a:solidFill>
                <a:latin typeface="Calibri" panose="020F0502020204030204"/>
                <a:ea typeface="Calibri" panose="020F0502020204030204"/>
                <a:cs typeface="Calibri" panose="020F0502020204030204"/>
                <a:sym typeface="Calibri" panose="020F0502020204030204"/>
              </a:rPr>
              <a:t>nền</a:t>
            </a:r>
            <a:r>
              <a:rPr lang="en-US" sz="2800" b="1" dirty="0">
                <a:solidFill>
                  <a:schemeClr val="dk1"/>
                </a:solidFill>
                <a:latin typeface="Calibri" panose="020F0502020204030204"/>
                <a:ea typeface="Calibri" panose="020F0502020204030204"/>
                <a:cs typeface="Calibri" panose="020F0502020204030204"/>
                <a:sym typeface="Calibri" panose="020F0502020204030204"/>
              </a:rPr>
              <a:t> website</a:t>
            </a:r>
          </a:p>
          <a:p>
            <a:pPr marL="800100" lvl="1" indent="-342900">
              <a:lnSpc>
                <a:spcPct val="130000"/>
              </a:lnSpc>
              <a:buClr>
                <a:schemeClr val="accent1"/>
              </a:buClr>
              <a:buSzPts val="2800"/>
              <a:buFontTx/>
              <a:buChar char="-"/>
            </a:pPr>
            <a:r>
              <a:rPr lang="en-US" sz="2400" b="1" i="1" dirty="0" err="1">
                <a:solidFill>
                  <a:schemeClr val="dk1"/>
                </a:solidFill>
                <a:latin typeface="Calibri" panose="020F0502020204030204"/>
                <a:ea typeface="Calibri" panose="020F0502020204030204"/>
                <a:cs typeface="Calibri" panose="020F0502020204030204"/>
                <a:sym typeface="Calibri" panose="020F0502020204030204"/>
              </a:rPr>
              <a:t>Màu</a:t>
            </a:r>
            <a:r>
              <a:rPr lang="en-US" sz="2400" b="1" i="1" dirty="0">
                <a:solidFill>
                  <a:schemeClr val="dk1"/>
                </a:solidFill>
                <a:latin typeface="Calibri" panose="020F0502020204030204"/>
                <a:ea typeface="Calibri" panose="020F0502020204030204"/>
                <a:cs typeface="Calibri" panose="020F0502020204030204"/>
                <a:sym typeface="Calibri" panose="020F0502020204030204"/>
              </a:rPr>
              <a:t> </a:t>
            </a:r>
            <a:r>
              <a:rPr lang="en-US" sz="2400" b="1" i="1" dirty="0" err="1">
                <a:solidFill>
                  <a:schemeClr val="dk1"/>
                </a:solidFill>
                <a:latin typeface="Calibri" panose="020F0502020204030204"/>
                <a:ea typeface="Calibri" panose="020F0502020204030204"/>
                <a:cs typeface="Calibri" panose="020F0502020204030204"/>
                <a:sym typeface="Calibri" panose="020F0502020204030204"/>
              </a:rPr>
              <a:t>phù</a:t>
            </a:r>
            <a:r>
              <a:rPr lang="en-US" sz="2400" b="1" i="1" dirty="0">
                <a:solidFill>
                  <a:schemeClr val="dk1"/>
                </a:solidFill>
                <a:latin typeface="Calibri" panose="020F0502020204030204"/>
                <a:ea typeface="Calibri" panose="020F0502020204030204"/>
                <a:cs typeface="Calibri" panose="020F0502020204030204"/>
                <a:sym typeface="Calibri" panose="020F0502020204030204"/>
              </a:rPr>
              <a:t> </a:t>
            </a:r>
            <a:r>
              <a:rPr lang="en-US" sz="2400" b="1" i="1" dirty="0" err="1">
                <a:solidFill>
                  <a:schemeClr val="dk1"/>
                </a:solidFill>
                <a:latin typeface="Calibri" panose="020F0502020204030204"/>
                <a:ea typeface="Calibri" panose="020F0502020204030204"/>
                <a:cs typeface="Calibri" panose="020F0502020204030204"/>
                <a:sym typeface="Calibri" panose="020F0502020204030204"/>
              </a:rPr>
              <a:t>hợp</a:t>
            </a:r>
            <a:r>
              <a:rPr lang="en-US" sz="2400" b="1" i="1" dirty="0">
                <a:solidFill>
                  <a:schemeClr val="dk1"/>
                </a:solidFill>
                <a:latin typeface="Calibri" panose="020F0502020204030204"/>
                <a:ea typeface="Calibri" panose="020F0502020204030204"/>
                <a:cs typeface="Calibri" panose="020F0502020204030204"/>
                <a:sym typeface="Calibri" panose="020F0502020204030204"/>
              </a:rPr>
              <a:t> </a:t>
            </a:r>
            <a:r>
              <a:rPr lang="en-US" sz="2400" b="1" i="1" dirty="0" err="1">
                <a:solidFill>
                  <a:schemeClr val="dk1"/>
                </a:solidFill>
                <a:latin typeface="Calibri" panose="020F0502020204030204"/>
                <a:ea typeface="Calibri" panose="020F0502020204030204"/>
                <a:cs typeface="Calibri" panose="020F0502020204030204"/>
                <a:sym typeface="Calibri" panose="020F0502020204030204"/>
              </a:rPr>
              <a:t>với</a:t>
            </a:r>
            <a:r>
              <a:rPr lang="en-US" sz="2400" b="1" i="1" dirty="0">
                <a:solidFill>
                  <a:schemeClr val="dk1"/>
                </a:solidFill>
                <a:latin typeface="Calibri" panose="020F0502020204030204"/>
                <a:ea typeface="Calibri" panose="020F0502020204030204"/>
                <a:cs typeface="Calibri" panose="020F0502020204030204"/>
                <a:sym typeface="Calibri" panose="020F0502020204030204"/>
              </a:rPr>
              <a:t> </a:t>
            </a:r>
            <a:r>
              <a:rPr lang="en-US" sz="2400" b="1" i="1" dirty="0" err="1">
                <a:solidFill>
                  <a:schemeClr val="dk1"/>
                </a:solidFill>
                <a:latin typeface="Calibri" panose="020F0502020204030204"/>
                <a:ea typeface="Calibri" panose="020F0502020204030204"/>
                <a:cs typeface="Calibri" panose="020F0502020204030204"/>
                <a:sym typeface="Calibri" panose="020F0502020204030204"/>
              </a:rPr>
              <a:t>các</a:t>
            </a:r>
            <a:r>
              <a:rPr lang="en-US" sz="2400" b="1" i="1" dirty="0">
                <a:solidFill>
                  <a:schemeClr val="dk1"/>
                </a:solidFill>
                <a:latin typeface="Calibri" panose="020F0502020204030204"/>
                <a:ea typeface="Calibri" panose="020F0502020204030204"/>
                <a:cs typeface="Calibri" panose="020F0502020204030204"/>
                <a:sym typeface="Calibri" panose="020F0502020204030204"/>
              </a:rPr>
              <a:t> button:</a:t>
            </a:r>
          </a:p>
          <a:p>
            <a:pPr marL="457200" lvl="1">
              <a:lnSpc>
                <a:spcPct val="130000"/>
              </a:lnSpc>
              <a:buClr>
                <a:schemeClr val="accent1"/>
              </a:buClr>
              <a:buSzPts val="2800"/>
            </a:pPr>
            <a:r>
              <a:rPr lang="en-US" sz="2400" dirty="0">
                <a:solidFill>
                  <a:schemeClr val="dk1"/>
                </a:solidFill>
                <a:latin typeface="Calibri" panose="020F0502020204030204"/>
                <a:ea typeface="Calibri" panose="020F0502020204030204"/>
                <a:cs typeface="Calibri" panose="020F0502020204030204"/>
                <a:sym typeface="Calibri" panose="020F0502020204030204"/>
              </a:rPr>
              <a:t>+ C</a:t>
            </a:r>
            <a:r>
              <a:rPr lang="vi-VN" sz="2400" dirty="0">
                <a:solidFill>
                  <a:schemeClr val="dk1"/>
                </a:solidFill>
                <a:latin typeface="Calibri" panose="020F0502020204030204"/>
                <a:ea typeface="Calibri" panose="020F0502020204030204"/>
                <a:cs typeface="Calibri" panose="020F0502020204030204"/>
                <a:sym typeface="Calibri" panose="020F0502020204030204"/>
              </a:rPr>
              <a:t>họn một màu sắc chính hoặc tương phản để đảm bảo người xem có thể dễ dàng tìm thấy</a:t>
            </a:r>
            <a:endParaRPr lang="en-US" sz="2400" dirty="0">
              <a:solidFill>
                <a:schemeClr val="dk1"/>
              </a:solidFill>
              <a:latin typeface="Calibri" panose="020F0502020204030204"/>
              <a:ea typeface="Calibri" panose="020F0502020204030204"/>
              <a:cs typeface="Calibri" panose="020F0502020204030204"/>
              <a:sym typeface="Calibri" panose="020F0502020204030204"/>
            </a:endParaRPr>
          </a:p>
        </p:txBody>
      </p:sp>
    </p:spTree>
    <p:extLst>
      <p:ext uri="{BB962C8B-B14F-4D97-AF65-F5344CB8AC3E}">
        <p14:creationId xmlns:p14="http://schemas.microsoft.com/office/powerpoint/2010/main" val="92742337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301"/>
        <p:cNvGrpSpPr/>
        <p:nvPr/>
      </p:nvGrpSpPr>
      <p:grpSpPr>
        <a:xfrm>
          <a:off x="0" y="0"/>
          <a:ext cx="0" cy="0"/>
          <a:chOff x="0" y="0"/>
          <a:chExt cx="0" cy="0"/>
        </a:xfrm>
      </p:grpSpPr>
      <p:sp>
        <p:nvSpPr>
          <p:cNvPr id="302" name="Google Shape;302;p34"/>
          <p:cNvSpPr txBox="1">
            <a:spLocks noGrp="1"/>
          </p:cNvSpPr>
          <p:nvPr>
            <p:ph type="title"/>
          </p:nvPr>
        </p:nvSpPr>
        <p:spPr>
          <a:xfrm>
            <a:off x="406400" y="254849"/>
            <a:ext cx="11379300" cy="613800"/>
          </a:xfrm>
          <a:prstGeom prst="rect">
            <a:avLst/>
          </a:prstGeom>
          <a:noFill/>
          <a:ln>
            <a:noFill/>
          </a:ln>
        </p:spPr>
        <p:txBody>
          <a:bodyPr spcFirstLastPara="1" wrap="square" lIns="91425" tIns="45700" rIns="91425" bIns="45700" anchor="ctr" anchorCtr="0">
            <a:normAutofit/>
          </a:bodyPr>
          <a:lstStyle/>
          <a:p>
            <a:pPr lvl="0">
              <a:buSzPts val="2800"/>
            </a:pPr>
            <a:r>
              <a:rPr lang="en-US" dirty="0"/>
              <a:t>3. </a:t>
            </a:r>
            <a:r>
              <a:rPr lang="en-US" dirty="0" err="1"/>
              <a:t>Vòng</a:t>
            </a:r>
            <a:r>
              <a:rPr lang="en-US" dirty="0"/>
              <a:t> </a:t>
            </a:r>
            <a:r>
              <a:rPr lang="en-US" dirty="0" err="1"/>
              <a:t>tròn</a:t>
            </a:r>
            <a:r>
              <a:rPr lang="en-US" dirty="0"/>
              <a:t> </a:t>
            </a:r>
            <a:r>
              <a:rPr lang="en-US" dirty="0" err="1"/>
              <a:t>màu</a:t>
            </a:r>
            <a:r>
              <a:rPr lang="en-US" dirty="0"/>
              <a:t> </a:t>
            </a:r>
            <a:r>
              <a:rPr lang="en-US" dirty="0" err="1"/>
              <a:t>và</a:t>
            </a:r>
            <a:r>
              <a:rPr lang="en-US" dirty="0"/>
              <a:t> </a:t>
            </a:r>
            <a:r>
              <a:rPr lang="en-US" dirty="0" err="1"/>
              <a:t>phương</a:t>
            </a:r>
            <a:r>
              <a:rPr lang="en-US" dirty="0"/>
              <a:t> </a:t>
            </a:r>
            <a:r>
              <a:rPr lang="en-US" dirty="0" err="1"/>
              <a:t>pháp</a:t>
            </a:r>
            <a:r>
              <a:rPr lang="en-US" dirty="0"/>
              <a:t> </a:t>
            </a:r>
            <a:r>
              <a:rPr lang="en-US" dirty="0" err="1"/>
              <a:t>phối</a:t>
            </a:r>
            <a:r>
              <a:rPr lang="en-US" dirty="0"/>
              <a:t> </a:t>
            </a:r>
            <a:r>
              <a:rPr lang="en-US" dirty="0" err="1"/>
              <a:t>màu</a:t>
            </a:r>
            <a:endParaRPr dirty="0">
              <a:solidFill>
                <a:schemeClr val="dk2"/>
              </a:solidFill>
            </a:endParaRPr>
          </a:p>
        </p:txBody>
      </p:sp>
      <p:sp>
        <p:nvSpPr>
          <p:cNvPr id="5" name="Google Shape;303;p34"/>
          <p:cNvSpPr txBox="1"/>
          <p:nvPr/>
        </p:nvSpPr>
        <p:spPr>
          <a:xfrm>
            <a:off x="406398" y="1057564"/>
            <a:ext cx="5381215" cy="4013366"/>
          </a:xfrm>
          <a:prstGeom prst="rect">
            <a:avLst/>
          </a:prstGeom>
          <a:noFill/>
          <a:ln>
            <a:noFill/>
          </a:ln>
        </p:spPr>
        <p:txBody>
          <a:bodyPr spcFirstLastPara="1" wrap="square" lIns="91425" tIns="45700" rIns="91425" bIns="45700" anchor="t" anchorCtr="0">
            <a:spAutoFit/>
          </a:bodyPr>
          <a:lstStyle/>
          <a:p>
            <a:pPr marL="457200" marR="0" lvl="1" indent="0" algn="l" rtl="0">
              <a:lnSpc>
                <a:spcPct val="130000"/>
              </a:lnSpc>
              <a:spcBef>
                <a:spcPts val="0"/>
              </a:spcBef>
              <a:spcAft>
                <a:spcPts val="0"/>
              </a:spcAft>
              <a:buClr>
                <a:schemeClr val="accent1"/>
              </a:buClr>
              <a:buSzPts val="2800"/>
              <a:buFont typeface="Arial" panose="020B0604020202020204"/>
              <a:buNone/>
            </a:pPr>
            <a:r>
              <a:rPr lang="en-US" sz="2800" b="1" dirty="0">
                <a:solidFill>
                  <a:schemeClr val="dk1"/>
                </a:solidFill>
                <a:latin typeface="Calibri" panose="020F0502020204030204"/>
                <a:ea typeface="Calibri" panose="020F0502020204030204"/>
                <a:cs typeface="Calibri" panose="020F0502020204030204"/>
                <a:sym typeface="Calibri" panose="020F0502020204030204"/>
              </a:rPr>
              <a:t>3.4.3. </a:t>
            </a:r>
            <a:r>
              <a:rPr lang="en-US" sz="2800" b="1" dirty="0" err="1">
                <a:solidFill>
                  <a:schemeClr val="dk1"/>
                </a:solidFill>
                <a:latin typeface="Calibri" panose="020F0502020204030204"/>
                <a:ea typeface="Calibri" panose="020F0502020204030204"/>
                <a:cs typeface="Calibri" panose="020F0502020204030204"/>
                <a:sym typeface="Calibri" panose="020F0502020204030204"/>
              </a:rPr>
              <a:t>Màu</a:t>
            </a:r>
            <a:r>
              <a:rPr lang="en-US" sz="2800" b="1" dirty="0">
                <a:solidFill>
                  <a:schemeClr val="dk1"/>
                </a:solidFill>
                <a:latin typeface="Calibri" panose="020F0502020204030204"/>
                <a:ea typeface="Calibri" panose="020F0502020204030204"/>
                <a:cs typeface="Calibri" panose="020F0502020204030204"/>
                <a:sym typeface="Calibri" panose="020F0502020204030204"/>
              </a:rPr>
              <a:t> </a:t>
            </a:r>
            <a:r>
              <a:rPr lang="en-US" sz="2800" b="1" dirty="0" err="1">
                <a:solidFill>
                  <a:schemeClr val="dk1"/>
                </a:solidFill>
                <a:latin typeface="Calibri" panose="020F0502020204030204"/>
                <a:ea typeface="Calibri" panose="020F0502020204030204"/>
                <a:cs typeface="Calibri" panose="020F0502020204030204"/>
                <a:sym typeface="Calibri" panose="020F0502020204030204"/>
              </a:rPr>
              <a:t>nền</a:t>
            </a:r>
            <a:r>
              <a:rPr lang="en-US" sz="2800" b="1" dirty="0">
                <a:solidFill>
                  <a:schemeClr val="dk1"/>
                </a:solidFill>
                <a:latin typeface="Calibri" panose="020F0502020204030204"/>
                <a:ea typeface="Calibri" panose="020F0502020204030204"/>
                <a:cs typeface="Calibri" panose="020F0502020204030204"/>
                <a:sym typeface="Calibri" panose="020F0502020204030204"/>
              </a:rPr>
              <a:t> website</a:t>
            </a:r>
          </a:p>
          <a:p>
            <a:pPr marL="800100" lvl="1" indent="-342900">
              <a:lnSpc>
                <a:spcPct val="130000"/>
              </a:lnSpc>
              <a:buClr>
                <a:schemeClr val="accent1"/>
              </a:buClr>
              <a:buSzPts val="2800"/>
              <a:buFontTx/>
              <a:buChar char="-"/>
            </a:pPr>
            <a:r>
              <a:rPr lang="en-US" sz="2400" b="1" i="1" dirty="0" err="1">
                <a:solidFill>
                  <a:schemeClr val="dk1"/>
                </a:solidFill>
                <a:latin typeface="Calibri" panose="020F0502020204030204"/>
                <a:ea typeface="Calibri" panose="020F0502020204030204"/>
                <a:cs typeface="Calibri" panose="020F0502020204030204"/>
                <a:sym typeface="Calibri" panose="020F0502020204030204"/>
              </a:rPr>
              <a:t>Màu</a:t>
            </a:r>
            <a:r>
              <a:rPr lang="en-US" sz="2400" b="1" i="1" dirty="0">
                <a:solidFill>
                  <a:schemeClr val="dk1"/>
                </a:solidFill>
                <a:latin typeface="Calibri" panose="020F0502020204030204"/>
                <a:ea typeface="Calibri" panose="020F0502020204030204"/>
                <a:cs typeface="Calibri" panose="020F0502020204030204"/>
                <a:sym typeface="Calibri" panose="020F0502020204030204"/>
              </a:rPr>
              <a:t> </a:t>
            </a:r>
            <a:r>
              <a:rPr lang="en-US" sz="2400" b="1" i="1" dirty="0" err="1">
                <a:solidFill>
                  <a:schemeClr val="dk1"/>
                </a:solidFill>
                <a:latin typeface="Calibri" panose="020F0502020204030204"/>
                <a:ea typeface="Calibri" panose="020F0502020204030204"/>
                <a:cs typeface="Calibri" panose="020F0502020204030204"/>
                <a:sym typeface="Calibri" panose="020F0502020204030204"/>
              </a:rPr>
              <a:t>văn</a:t>
            </a:r>
            <a:r>
              <a:rPr lang="en-US" sz="2400" b="1" i="1" dirty="0">
                <a:solidFill>
                  <a:schemeClr val="dk1"/>
                </a:solidFill>
                <a:latin typeface="Calibri" panose="020F0502020204030204"/>
                <a:ea typeface="Calibri" panose="020F0502020204030204"/>
                <a:cs typeface="Calibri" panose="020F0502020204030204"/>
                <a:sym typeface="Calibri" panose="020F0502020204030204"/>
              </a:rPr>
              <a:t> </a:t>
            </a:r>
            <a:r>
              <a:rPr lang="en-US" sz="2400" b="1" i="1" dirty="0" err="1">
                <a:solidFill>
                  <a:schemeClr val="dk1"/>
                </a:solidFill>
                <a:latin typeface="Calibri" panose="020F0502020204030204"/>
                <a:ea typeface="Calibri" panose="020F0502020204030204"/>
                <a:cs typeface="Calibri" panose="020F0502020204030204"/>
                <a:sym typeface="Calibri" panose="020F0502020204030204"/>
              </a:rPr>
              <a:t>bản</a:t>
            </a:r>
            <a:r>
              <a:rPr lang="en-US" sz="2400" b="1" i="1" dirty="0">
                <a:solidFill>
                  <a:schemeClr val="dk1"/>
                </a:solidFill>
                <a:latin typeface="Calibri" panose="020F0502020204030204"/>
                <a:ea typeface="Calibri" panose="020F0502020204030204"/>
                <a:cs typeface="Calibri" panose="020F0502020204030204"/>
                <a:sym typeface="Calibri" panose="020F0502020204030204"/>
              </a:rPr>
              <a:t>:</a:t>
            </a:r>
          </a:p>
          <a:p>
            <a:pPr marL="457200" lvl="1">
              <a:lnSpc>
                <a:spcPct val="130000"/>
              </a:lnSpc>
              <a:buClr>
                <a:schemeClr val="accent1"/>
              </a:buClr>
              <a:buSzPts val="2800"/>
            </a:pPr>
            <a:r>
              <a:rPr lang="en-US" sz="2400" dirty="0">
                <a:solidFill>
                  <a:schemeClr val="dk1"/>
                </a:solidFill>
                <a:latin typeface="Calibri" panose="020F0502020204030204"/>
                <a:ea typeface="Calibri" panose="020F0502020204030204"/>
                <a:cs typeface="Calibri" panose="020F0502020204030204"/>
                <a:sym typeface="Calibri" panose="020F0502020204030204"/>
              </a:rPr>
              <a:t>+ </a:t>
            </a:r>
            <a:r>
              <a:rPr lang="vi-VN" sz="2400" dirty="0">
                <a:solidFill>
                  <a:schemeClr val="dk1"/>
                </a:solidFill>
                <a:latin typeface="Calibri" panose="020F0502020204030204"/>
                <a:ea typeface="Calibri" panose="020F0502020204030204"/>
                <a:cs typeface="Calibri" panose="020F0502020204030204"/>
                <a:sym typeface="Calibri" panose="020F0502020204030204"/>
              </a:rPr>
              <a:t>Nội dung, cùng với hình ảnh, là những thứ giúp giữ chân người xem còn phông chữ và màu sắc sẽ phản ánh điểm đặc trưng và thông điệp thương hiệu mà doanh nghiệp muốn truyền tải.</a:t>
            </a:r>
            <a:endParaRPr lang="en-US" sz="2400" dirty="0">
              <a:solidFill>
                <a:schemeClr val="dk1"/>
              </a:solidFill>
              <a:latin typeface="Calibri" panose="020F0502020204030204"/>
              <a:ea typeface="Calibri" panose="020F0502020204030204"/>
              <a:cs typeface="Calibri" panose="020F0502020204030204"/>
              <a:sym typeface="Calibri" panose="020F0502020204030204"/>
            </a:endParaRPr>
          </a:p>
        </p:txBody>
      </p:sp>
      <p:pic>
        <p:nvPicPr>
          <p:cNvPr id="2" name="Picture 1"/>
          <p:cNvPicPr>
            <a:picLocks noChangeAspect="1"/>
          </p:cNvPicPr>
          <p:nvPr/>
        </p:nvPicPr>
        <p:blipFill>
          <a:blip r:embed="rId3"/>
          <a:stretch>
            <a:fillRect/>
          </a:stretch>
        </p:blipFill>
        <p:spPr>
          <a:xfrm>
            <a:off x="6177828" y="1287565"/>
            <a:ext cx="5607872" cy="3408036"/>
          </a:xfrm>
          <a:prstGeom prst="rect">
            <a:avLst/>
          </a:prstGeom>
        </p:spPr>
      </p:pic>
    </p:spTree>
    <p:extLst>
      <p:ext uri="{BB962C8B-B14F-4D97-AF65-F5344CB8AC3E}">
        <p14:creationId xmlns:p14="http://schemas.microsoft.com/office/powerpoint/2010/main" val="268232625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301"/>
        <p:cNvGrpSpPr/>
        <p:nvPr/>
      </p:nvGrpSpPr>
      <p:grpSpPr>
        <a:xfrm>
          <a:off x="0" y="0"/>
          <a:ext cx="0" cy="0"/>
          <a:chOff x="0" y="0"/>
          <a:chExt cx="0" cy="0"/>
        </a:xfrm>
      </p:grpSpPr>
      <p:sp>
        <p:nvSpPr>
          <p:cNvPr id="302" name="Google Shape;302;p34"/>
          <p:cNvSpPr txBox="1">
            <a:spLocks noGrp="1"/>
          </p:cNvSpPr>
          <p:nvPr>
            <p:ph type="title"/>
          </p:nvPr>
        </p:nvSpPr>
        <p:spPr>
          <a:xfrm>
            <a:off x="406400" y="254849"/>
            <a:ext cx="11379300" cy="613800"/>
          </a:xfrm>
          <a:prstGeom prst="rect">
            <a:avLst/>
          </a:prstGeom>
          <a:noFill/>
          <a:ln>
            <a:noFill/>
          </a:ln>
        </p:spPr>
        <p:txBody>
          <a:bodyPr spcFirstLastPara="1" wrap="square" lIns="91425" tIns="45700" rIns="91425" bIns="45700" anchor="ctr" anchorCtr="0">
            <a:normAutofit/>
          </a:bodyPr>
          <a:lstStyle/>
          <a:p>
            <a:pPr lvl="0">
              <a:buSzPts val="2800"/>
            </a:pPr>
            <a:r>
              <a:rPr lang="en-US" dirty="0"/>
              <a:t>3. </a:t>
            </a:r>
            <a:r>
              <a:rPr lang="en-US" dirty="0" err="1"/>
              <a:t>Vòng</a:t>
            </a:r>
            <a:r>
              <a:rPr lang="en-US" dirty="0"/>
              <a:t> </a:t>
            </a:r>
            <a:r>
              <a:rPr lang="en-US" dirty="0" err="1"/>
              <a:t>tròn</a:t>
            </a:r>
            <a:r>
              <a:rPr lang="en-US" dirty="0"/>
              <a:t> </a:t>
            </a:r>
            <a:r>
              <a:rPr lang="en-US" dirty="0" err="1"/>
              <a:t>màu</a:t>
            </a:r>
            <a:r>
              <a:rPr lang="en-US" dirty="0"/>
              <a:t> </a:t>
            </a:r>
            <a:r>
              <a:rPr lang="en-US" dirty="0" err="1"/>
              <a:t>và</a:t>
            </a:r>
            <a:r>
              <a:rPr lang="en-US" dirty="0"/>
              <a:t> </a:t>
            </a:r>
            <a:r>
              <a:rPr lang="en-US" dirty="0" err="1"/>
              <a:t>phương</a:t>
            </a:r>
            <a:r>
              <a:rPr lang="en-US" dirty="0"/>
              <a:t> </a:t>
            </a:r>
            <a:r>
              <a:rPr lang="en-US" dirty="0" err="1"/>
              <a:t>pháp</a:t>
            </a:r>
            <a:r>
              <a:rPr lang="en-US" dirty="0"/>
              <a:t> </a:t>
            </a:r>
            <a:r>
              <a:rPr lang="en-US" dirty="0" err="1"/>
              <a:t>phối</a:t>
            </a:r>
            <a:r>
              <a:rPr lang="en-US" dirty="0"/>
              <a:t> </a:t>
            </a:r>
            <a:r>
              <a:rPr lang="en-US" dirty="0" err="1"/>
              <a:t>màu</a:t>
            </a:r>
            <a:endParaRPr dirty="0">
              <a:solidFill>
                <a:schemeClr val="dk2"/>
              </a:solidFill>
            </a:endParaRPr>
          </a:p>
        </p:txBody>
      </p:sp>
      <p:sp>
        <p:nvSpPr>
          <p:cNvPr id="5" name="Google Shape;303;p34"/>
          <p:cNvSpPr txBox="1"/>
          <p:nvPr/>
        </p:nvSpPr>
        <p:spPr>
          <a:xfrm>
            <a:off x="406398" y="1057564"/>
            <a:ext cx="5381215" cy="4493497"/>
          </a:xfrm>
          <a:prstGeom prst="rect">
            <a:avLst/>
          </a:prstGeom>
          <a:noFill/>
          <a:ln>
            <a:noFill/>
          </a:ln>
        </p:spPr>
        <p:txBody>
          <a:bodyPr spcFirstLastPara="1" wrap="square" lIns="91425" tIns="45700" rIns="91425" bIns="45700" anchor="t" anchorCtr="0">
            <a:spAutoFit/>
          </a:bodyPr>
          <a:lstStyle/>
          <a:p>
            <a:pPr marL="457200" marR="0" lvl="1" indent="0" algn="l" rtl="0">
              <a:lnSpc>
                <a:spcPct val="130000"/>
              </a:lnSpc>
              <a:spcBef>
                <a:spcPts val="0"/>
              </a:spcBef>
              <a:spcAft>
                <a:spcPts val="0"/>
              </a:spcAft>
              <a:buClr>
                <a:schemeClr val="accent1"/>
              </a:buClr>
              <a:buSzPts val="2800"/>
              <a:buFont typeface="Arial" panose="020B0604020202020204"/>
              <a:buNone/>
            </a:pPr>
            <a:r>
              <a:rPr lang="en-US" sz="2800" b="1" dirty="0">
                <a:solidFill>
                  <a:schemeClr val="dk1"/>
                </a:solidFill>
                <a:latin typeface="Calibri" panose="020F0502020204030204"/>
                <a:ea typeface="Calibri" panose="020F0502020204030204"/>
                <a:cs typeface="Calibri" panose="020F0502020204030204"/>
                <a:sym typeface="Calibri" panose="020F0502020204030204"/>
              </a:rPr>
              <a:t>3.4.3. </a:t>
            </a:r>
            <a:r>
              <a:rPr lang="en-US" sz="2800" b="1" dirty="0" err="1">
                <a:solidFill>
                  <a:schemeClr val="dk1"/>
                </a:solidFill>
                <a:latin typeface="Calibri" panose="020F0502020204030204"/>
                <a:ea typeface="Calibri" panose="020F0502020204030204"/>
                <a:cs typeface="Calibri" panose="020F0502020204030204"/>
                <a:sym typeface="Calibri" panose="020F0502020204030204"/>
              </a:rPr>
              <a:t>Màu</a:t>
            </a:r>
            <a:r>
              <a:rPr lang="en-US" sz="2800" b="1" dirty="0">
                <a:solidFill>
                  <a:schemeClr val="dk1"/>
                </a:solidFill>
                <a:latin typeface="Calibri" panose="020F0502020204030204"/>
                <a:ea typeface="Calibri" panose="020F0502020204030204"/>
                <a:cs typeface="Calibri" panose="020F0502020204030204"/>
                <a:sym typeface="Calibri" panose="020F0502020204030204"/>
              </a:rPr>
              <a:t> </a:t>
            </a:r>
            <a:r>
              <a:rPr lang="en-US" sz="2800" b="1" dirty="0" err="1">
                <a:solidFill>
                  <a:schemeClr val="dk1"/>
                </a:solidFill>
                <a:latin typeface="Calibri" panose="020F0502020204030204"/>
                <a:ea typeface="Calibri" panose="020F0502020204030204"/>
                <a:cs typeface="Calibri" panose="020F0502020204030204"/>
                <a:sym typeface="Calibri" panose="020F0502020204030204"/>
              </a:rPr>
              <a:t>nền</a:t>
            </a:r>
            <a:r>
              <a:rPr lang="en-US" sz="2800" b="1" dirty="0">
                <a:solidFill>
                  <a:schemeClr val="dk1"/>
                </a:solidFill>
                <a:latin typeface="Calibri" panose="020F0502020204030204"/>
                <a:ea typeface="Calibri" panose="020F0502020204030204"/>
                <a:cs typeface="Calibri" panose="020F0502020204030204"/>
                <a:sym typeface="Calibri" panose="020F0502020204030204"/>
              </a:rPr>
              <a:t> website</a:t>
            </a:r>
          </a:p>
          <a:p>
            <a:pPr marL="800100" lvl="1" indent="-342900">
              <a:lnSpc>
                <a:spcPct val="130000"/>
              </a:lnSpc>
              <a:buClr>
                <a:schemeClr val="accent1"/>
              </a:buClr>
              <a:buSzPts val="2800"/>
              <a:buFontTx/>
              <a:buChar char="-"/>
            </a:pPr>
            <a:r>
              <a:rPr lang="en-US" sz="2400" b="1" i="1" dirty="0" err="1">
                <a:solidFill>
                  <a:schemeClr val="dk1"/>
                </a:solidFill>
                <a:latin typeface="Calibri" panose="020F0502020204030204"/>
                <a:ea typeface="Calibri" panose="020F0502020204030204"/>
                <a:cs typeface="Calibri" panose="020F0502020204030204"/>
                <a:sym typeface="Calibri" panose="020F0502020204030204"/>
              </a:rPr>
              <a:t>Màu</a:t>
            </a:r>
            <a:r>
              <a:rPr lang="en-US" sz="2400" b="1" i="1" dirty="0">
                <a:solidFill>
                  <a:schemeClr val="dk1"/>
                </a:solidFill>
                <a:latin typeface="Calibri" panose="020F0502020204030204"/>
                <a:ea typeface="Calibri" panose="020F0502020204030204"/>
                <a:cs typeface="Calibri" panose="020F0502020204030204"/>
                <a:sym typeface="Calibri" panose="020F0502020204030204"/>
              </a:rPr>
              <a:t> </a:t>
            </a:r>
            <a:r>
              <a:rPr lang="en-US" sz="2400" b="1" i="1" dirty="0" err="1">
                <a:solidFill>
                  <a:schemeClr val="dk1"/>
                </a:solidFill>
                <a:latin typeface="Calibri" panose="020F0502020204030204"/>
                <a:ea typeface="Calibri" panose="020F0502020204030204"/>
                <a:cs typeface="Calibri" panose="020F0502020204030204"/>
                <a:sym typeface="Calibri" panose="020F0502020204030204"/>
              </a:rPr>
              <a:t>giá</a:t>
            </a:r>
            <a:r>
              <a:rPr lang="en-US" sz="2400" b="1" i="1" dirty="0">
                <a:solidFill>
                  <a:schemeClr val="dk1"/>
                </a:solidFill>
                <a:latin typeface="Calibri" panose="020F0502020204030204"/>
                <a:ea typeface="Calibri" panose="020F0502020204030204"/>
                <a:cs typeface="Calibri" panose="020F0502020204030204"/>
                <a:sym typeface="Calibri" panose="020F0502020204030204"/>
              </a:rPr>
              <a:t>:</a:t>
            </a:r>
          </a:p>
          <a:p>
            <a:pPr marL="457200" lvl="1">
              <a:lnSpc>
                <a:spcPct val="130000"/>
              </a:lnSpc>
              <a:buClr>
                <a:schemeClr val="accent1"/>
              </a:buClr>
              <a:buSzPts val="2800"/>
            </a:pPr>
            <a:r>
              <a:rPr lang="en-US" sz="2400" dirty="0">
                <a:solidFill>
                  <a:schemeClr val="dk1"/>
                </a:solidFill>
                <a:latin typeface="Calibri" panose="020F0502020204030204"/>
                <a:ea typeface="Calibri" panose="020F0502020204030204"/>
                <a:cs typeface="Calibri" panose="020F0502020204030204"/>
                <a:sym typeface="Calibri" panose="020F0502020204030204"/>
              </a:rPr>
              <a:t>+ </a:t>
            </a:r>
            <a:r>
              <a:rPr lang="vi-VN" sz="2400" dirty="0">
                <a:solidFill>
                  <a:schemeClr val="dk1"/>
                </a:solidFill>
                <a:latin typeface="Calibri" panose="020F0502020204030204"/>
                <a:ea typeface="Calibri" panose="020F0502020204030204"/>
                <a:cs typeface="Calibri" panose="020F0502020204030204"/>
                <a:sym typeface="Calibri" panose="020F0502020204030204"/>
              </a:rPr>
              <a:t>Giống với văn bản, hãy luôn luôn để giá dễ đọc với hỗ trợ từ màu sắc tương phản. Bằng cách phân tách giữa màu sắc của giá và nền, người tiêu dùng có thể nhanh chóng tìm thấy số tiền chính xác mà họ mong muốn.</a:t>
            </a:r>
            <a:endParaRPr lang="en-US" sz="2400" dirty="0">
              <a:solidFill>
                <a:schemeClr val="dk1"/>
              </a:solidFill>
              <a:latin typeface="Calibri" panose="020F0502020204030204"/>
              <a:ea typeface="Calibri" panose="020F0502020204030204"/>
              <a:cs typeface="Calibri" panose="020F0502020204030204"/>
              <a:sym typeface="Calibri" panose="020F0502020204030204"/>
            </a:endParaRPr>
          </a:p>
        </p:txBody>
      </p:sp>
      <p:pic>
        <p:nvPicPr>
          <p:cNvPr id="3" name="Picture 2"/>
          <p:cNvPicPr>
            <a:picLocks noChangeAspect="1"/>
          </p:cNvPicPr>
          <p:nvPr/>
        </p:nvPicPr>
        <p:blipFill>
          <a:blip r:embed="rId3"/>
          <a:stretch>
            <a:fillRect/>
          </a:stretch>
        </p:blipFill>
        <p:spPr>
          <a:xfrm>
            <a:off x="6110344" y="1339427"/>
            <a:ext cx="5675356" cy="3549258"/>
          </a:xfrm>
          <a:prstGeom prst="rect">
            <a:avLst/>
          </a:prstGeom>
        </p:spPr>
      </p:pic>
    </p:spTree>
    <p:extLst>
      <p:ext uri="{BB962C8B-B14F-4D97-AF65-F5344CB8AC3E}">
        <p14:creationId xmlns:p14="http://schemas.microsoft.com/office/powerpoint/2010/main" val="330485055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301"/>
        <p:cNvGrpSpPr/>
        <p:nvPr/>
      </p:nvGrpSpPr>
      <p:grpSpPr>
        <a:xfrm>
          <a:off x="0" y="0"/>
          <a:ext cx="0" cy="0"/>
          <a:chOff x="0" y="0"/>
          <a:chExt cx="0" cy="0"/>
        </a:xfrm>
      </p:grpSpPr>
      <p:sp>
        <p:nvSpPr>
          <p:cNvPr id="302" name="Google Shape;302;p34"/>
          <p:cNvSpPr txBox="1">
            <a:spLocks noGrp="1"/>
          </p:cNvSpPr>
          <p:nvPr>
            <p:ph type="title"/>
          </p:nvPr>
        </p:nvSpPr>
        <p:spPr>
          <a:xfrm>
            <a:off x="406400" y="254849"/>
            <a:ext cx="11379300" cy="613800"/>
          </a:xfrm>
          <a:prstGeom prst="rect">
            <a:avLst/>
          </a:prstGeom>
          <a:noFill/>
          <a:ln>
            <a:noFill/>
          </a:ln>
        </p:spPr>
        <p:txBody>
          <a:bodyPr spcFirstLastPara="1" wrap="square" lIns="91425" tIns="45700" rIns="91425" bIns="45700" anchor="ctr" anchorCtr="0">
            <a:normAutofit/>
          </a:bodyPr>
          <a:lstStyle/>
          <a:p>
            <a:pPr lvl="0">
              <a:buSzPts val="2800"/>
            </a:pPr>
            <a:r>
              <a:rPr lang="en-US" dirty="0"/>
              <a:t>3. </a:t>
            </a:r>
            <a:r>
              <a:rPr lang="en-US" dirty="0" err="1"/>
              <a:t>Vòng</a:t>
            </a:r>
            <a:r>
              <a:rPr lang="en-US" dirty="0"/>
              <a:t> </a:t>
            </a:r>
            <a:r>
              <a:rPr lang="en-US" dirty="0" err="1"/>
              <a:t>tròn</a:t>
            </a:r>
            <a:r>
              <a:rPr lang="en-US" dirty="0"/>
              <a:t> </a:t>
            </a:r>
            <a:r>
              <a:rPr lang="en-US" dirty="0" err="1"/>
              <a:t>màu</a:t>
            </a:r>
            <a:r>
              <a:rPr lang="en-US" dirty="0"/>
              <a:t> </a:t>
            </a:r>
            <a:r>
              <a:rPr lang="en-US" dirty="0" err="1"/>
              <a:t>và</a:t>
            </a:r>
            <a:r>
              <a:rPr lang="en-US" dirty="0"/>
              <a:t> </a:t>
            </a:r>
            <a:r>
              <a:rPr lang="en-US" dirty="0" err="1"/>
              <a:t>phương</a:t>
            </a:r>
            <a:r>
              <a:rPr lang="en-US" dirty="0"/>
              <a:t> </a:t>
            </a:r>
            <a:r>
              <a:rPr lang="en-US" dirty="0" err="1"/>
              <a:t>pháp</a:t>
            </a:r>
            <a:r>
              <a:rPr lang="en-US" dirty="0"/>
              <a:t> </a:t>
            </a:r>
            <a:r>
              <a:rPr lang="en-US" dirty="0" err="1"/>
              <a:t>phối</a:t>
            </a:r>
            <a:r>
              <a:rPr lang="en-US" dirty="0"/>
              <a:t> </a:t>
            </a:r>
            <a:r>
              <a:rPr lang="en-US" dirty="0" err="1"/>
              <a:t>màu</a:t>
            </a:r>
            <a:endParaRPr dirty="0">
              <a:solidFill>
                <a:schemeClr val="dk2"/>
              </a:solidFill>
            </a:endParaRPr>
          </a:p>
        </p:txBody>
      </p:sp>
      <p:sp>
        <p:nvSpPr>
          <p:cNvPr id="5" name="Google Shape;303;p34"/>
          <p:cNvSpPr txBox="1"/>
          <p:nvPr/>
        </p:nvSpPr>
        <p:spPr>
          <a:xfrm>
            <a:off x="406398" y="1057564"/>
            <a:ext cx="5381215" cy="2092840"/>
          </a:xfrm>
          <a:prstGeom prst="rect">
            <a:avLst/>
          </a:prstGeom>
          <a:noFill/>
          <a:ln>
            <a:noFill/>
          </a:ln>
        </p:spPr>
        <p:txBody>
          <a:bodyPr spcFirstLastPara="1" wrap="square" lIns="91425" tIns="45700" rIns="91425" bIns="45700" anchor="t" anchorCtr="0">
            <a:spAutoFit/>
          </a:bodyPr>
          <a:lstStyle/>
          <a:p>
            <a:pPr marL="457200" marR="0" lvl="1" indent="0" algn="l" rtl="0">
              <a:lnSpc>
                <a:spcPct val="130000"/>
              </a:lnSpc>
              <a:spcBef>
                <a:spcPts val="0"/>
              </a:spcBef>
              <a:spcAft>
                <a:spcPts val="0"/>
              </a:spcAft>
              <a:buClr>
                <a:schemeClr val="accent1"/>
              </a:buClr>
              <a:buSzPts val="2800"/>
              <a:buFont typeface="Arial" panose="020B0604020202020204"/>
              <a:buNone/>
            </a:pPr>
            <a:r>
              <a:rPr lang="en-US" sz="2800" b="1" dirty="0">
                <a:solidFill>
                  <a:schemeClr val="dk1"/>
                </a:solidFill>
                <a:latin typeface="Calibri" panose="020F0502020204030204"/>
                <a:ea typeface="Calibri" panose="020F0502020204030204"/>
                <a:cs typeface="Calibri" panose="020F0502020204030204"/>
                <a:sym typeface="Calibri" panose="020F0502020204030204"/>
              </a:rPr>
              <a:t>3.4.3. </a:t>
            </a:r>
            <a:r>
              <a:rPr lang="en-US" sz="2800" b="1" dirty="0" err="1">
                <a:solidFill>
                  <a:schemeClr val="dk1"/>
                </a:solidFill>
                <a:latin typeface="Calibri" panose="020F0502020204030204"/>
                <a:ea typeface="Calibri" panose="020F0502020204030204"/>
                <a:cs typeface="Calibri" panose="020F0502020204030204"/>
                <a:sym typeface="Calibri" panose="020F0502020204030204"/>
              </a:rPr>
              <a:t>Màu</a:t>
            </a:r>
            <a:r>
              <a:rPr lang="en-US" sz="2800" b="1" dirty="0">
                <a:solidFill>
                  <a:schemeClr val="dk1"/>
                </a:solidFill>
                <a:latin typeface="Calibri" panose="020F0502020204030204"/>
                <a:ea typeface="Calibri" panose="020F0502020204030204"/>
                <a:cs typeface="Calibri" panose="020F0502020204030204"/>
                <a:sym typeface="Calibri" panose="020F0502020204030204"/>
              </a:rPr>
              <a:t> </a:t>
            </a:r>
            <a:r>
              <a:rPr lang="en-US" sz="2800" b="1" dirty="0" err="1">
                <a:solidFill>
                  <a:schemeClr val="dk1"/>
                </a:solidFill>
                <a:latin typeface="Calibri" panose="020F0502020204030204"/>
                <a:ea typeface="Calibri" panose="020F0502020204030204"/>
                <a:cs typeface="Calibri" panose="020F0502020204030204"/>
                <a:sym typeface="Calibri" panose="020F0502020204030204"/>
              </a:rPr>
              <a:t>nền</a:t>
            </a:r>
            <a:r>
              <a:rPr lang="en-US" sz="2800" b="1" dirty="0">
                <a:solidFill>
                  <a:schemeClr val="dk1"/>
                </a:solidFill>
                <a:latin typeface="Calibri" panose="020F0502020204030204"/>
                <a:ea typeface="Calibri" panose="020F0502020204030204"/>
                <a:cs typeface="Calibri" panose="020F0502020204030204"/>
                <a:sym typeface="Calibri" panose="020F0502020204030204"/>
              </a:rPr>
              <a:t> website</a:t>
            </a:r>
          </a:p>
          <a:p>
            <a:pPr marL="800100" lvl="1" indent="-342900">
              <a:lnSpc>
                <a:spcPct val="130000"/>
              </a:lnSpc>
              <a:buClr>
                <a:schemeClr val="accent1"/>
              </a:buClr>
              <a:buSzPts val="2800"/>
              <a:buFontTx/>
              <a:buChar char="-"/>
            </a:pPr>
            <a:r>
              <a:rPr lang="en-US" sz="2400" b="1" i="1" dirty="0" err="1">
                <a:solidFill>
                  <a:srgbClr val="FF0000"/>
                </a:solidFill>
                <a:latin typeface="Calibri" panose="020F0502020204030204"/>
                <a:ea typeface="Calibri" panose="020F0502020204030204"/>
                <a:cs typeface="Calibri" panose="020F0502020204030204"/>
                <a:sym typeface="Calibri" panose="020F0502020204030204"/>
              </a:rPr>
              <a:t>Cần</a:t>
            </a:r>
            <a:r>
              <a:rPr lang="en-US" sz="2400" b="1" i="1" dirty="0">
                <a:solidFill>
                  <a:srgbClr val="FF0000"/>
                </a:solidFill>
                <a:latin typeface="Calibri" panose="020F0502020204030204"/>
                <a:ea typeface="Calibri" panose="020F0502020204030204"/>
                <a:cs typeface="Calibri" panose="020F0502020204030204"/>
                <a:sym typeface="Calibri" panose="020F0502020204030204"/>
              </a:rPr>
              <a:t> </a:t>
            </a:r>
            <a:r>
              <a:rPr lang="en-US" sz="2400" b="1" i="1" dirty="0" err="1">
                <a:solidFill>
                  <a:srgbClr val="FF0000"/>
                </a:solidFill>
                <a:latin typeface="Calibri" panose="020F0502020204030204"/>
                <a:ea typeface="Calibri" panose="020F0502020204030204"/>
                <a:cs typeface="Calibri" panose="020F0502020204030204"/>
                <a:sym typeface="Calibri" panose="020F0502020204030204"/>
              </a:rPr>
              <a:t>tránh</a:t>
            </a:r>
            <a:r>
              <a:rPr lang="en-US" sz="2400" b="1" i="1" dirty="0">
                <a:solidFill>
                  <a:schemeClr val="dk1"/>
                </a:solidFill>
                <a:latin typeface="Calibri" panose="020F0502020204030204"/>
                <a:ea typeface="Calibri" panose="020F0502020204030204"/>
                <a:cs typeface="Calibri" panose="020F0502020204030204"/>
                <a:sym typeface="Calibri" panose="020F0502020204030204"/>
              </a:rPr>
              <a:t>:</a:t>
            </a:r>
          </a:p>
          <a:p>
            <a:pPr marL="457200" lvl="1">
              <a:lnSpc>
                <a:spcPct val="130000"/>
              </a:lnSpc>
              <a:buClr>
                <a:schemeClr val="accent1"/>
              </a:buClr>
              <a:buSzPts val="2800"/>
            </a:pPr>
            <a:r>
              <a:rPr lang="en-US" sz="2400" dirty="0">
                <a:solidFill>
                  <a:schemeClr val="dk1"/>
                </a:solidFill>
                <a:latin typeface="Calibri" panose="020F0502020204030204"/>
                <a:ea typeface="Calibri" panose="020F0502020204030204"/>
                <a:cs typeface="Calibri" panose="020F0502020204030204"/>
                <a:sym typeface="Calibri" panose="020F0502020204030204"/>
              </a:rPr>
              <a:t>+ </a:t>
            </a:r>
            <a:r>
              <a:rPr lang="en-US" sz="2400" dirty="0" err="1">
                <a:solidFill>
                  <a:schemeClr val="dk1"/>
                </a:solidFill>
                <a:latin typeface="Calibri" panose="020F0502020204030204"/>
                <a:ea typeface="Calibri" panose="020F0502020204030204"/>
                <a:cs typeface="Calibri" panose="020F0502020204030204"/>
                <a:sym typeface="Calibri" panose="020F0502020204030204"/>
              </a:rPr>
              <a:t>không</a:t>
            </a:r>
            <a:r>
              <a:rPr lang="en-US" sz="2400" dirty="0">
                <a:solidFill>
                  <a:schemeClr val="dk1"/>
                </a:solidFill>
                <a:latin typeface="Calibri" panose="020F0502020204030204"/>
                <a:ea typeface="Calibri" panose="020F0502020204030204"/>
                <a:cs typeface="Calibri" panose="020F0502020204030204"/>
                <a:sym typeface="Calibri" panose="020F0502020204030204"/>
              </a:rPr>
              <a:t> </a:t>
            </a:r>
            <a:r>
              <a:rPr lang="en-US" sz="2400" dirty="0" err="1">
                <a:solidFill>
                  <a:schemeClr val="dk1"/>
                </a:solidFill>
                <a:latin typeface="Calibri" panose="020F0502020204030204"/>
                <a:ea typeface="Calibri" panose="020F0502020204030204"/>
                <a:cs typeface="Calibri" panose="020F0502020204030204"/>
                <a:sym typeface="Calibri" panose="020F0502020204030204"/>
              </a:rPr>
              <a:t>tương</a:t>
            </a:r>
            <a:r>
              <a:rPr lang="en-US" sz="2400" dirty="0">
                <a:solidFill>
                  <a:schemeClr val="dk1"/>
                </a:solidFill>
                <a:latin typeface="Calibri" panose="020F0502020204030204"/>
                <a:ea typeface="Calibri" panose="020F0502020204030204"/>
                <a:cs typeface="Calibri" panose="020F0502020204030204"/>
                <a:sym typeface="Calibri" panose="020F0502020204030204"/>
              </a:rPr>
              <a:t> </a:t>
            </a:r>
            <a:r>
              <a:rPr lang="en-US" sz="2400" dirty="0" err="1">
                <a:solidFill>
                  <a:schemeClr val="dk1"/>
                </a:solidFill>
                <a:latin typeface="Calibri" panose="020F0502020204030204"/>
                <a:ea typeface="Calibri" panose="020F0502020204030204"/>
                <a:cs typeface="Calibri" panose="020F0502020204030204"/>
                <a:sym typeface="Calibri" panose="020F0502020204030204"/>
              </a:rPr>
              <a:t>phản</a:t>
            </a:r>
            <a:endParaRPr lang="en-US" sz="2400" dirty="0">
              <a:solidFill>
                <a:schemeClr val="dk1"/>
              </a:solidFill>
              <a:latin typeface="Calibri" panose="020F0502020204030204"/>
              <a:ea typeface="Calibri" panose="020F0502020204030204"/>
              <a:cs typeface="Calibri" panose="020F0502020204030204"/>
              <a:sym typeface="Calibri" panose="020F0502020204030204"/>
            </a:endParaRPr>
          </a:p>
          <a:p>
            <a:pPr marL="457200" lvl="1">
              <a:lnSpc>
                <a:spcPct val="130000"/>
              </a:lnSpc>
              <a:buClr>
                <a:schemeClr val="accent1"/>
              </a:buClr>
              <a:buSzPts val="2800"/>
            </a:pPr>
            <a:r>
              <a:rPr lang="en-US" sz="2400" dirty="0">
                <a:solidFill>
                  <a:schemeClr val="dk1"/>
                </a:solidFill>
                <a:latin typeface="Calibri" panose="020F0502020204030204"/>
                <a:ea typeface="Calibri" panose="020F0502020204030204"/>
                <a:cs typeface="Calibri" panose="020F0502020204030204"/>
                <a:sym typeface="Calibri" panose="020F0502020204030204"/>
              </a:rPr>
              <a:t>+ </a:t>
            </a:r>
            <a:r>
              <a:rPr lang="en-US" sz="2400" dirty="0" err="1">
                <a:solidFill>
                  <a:schemeClr val="dk1"/>
                </a:solidFill>
                <a:latin typeface="Calibri" panose="020F0502020204030204"/>
                <a:ea typeface="Calibri" panose="020F0502020204030204"/>
                <a:cs typeface="Calibri" panose="020F0502020204030204"/>
                <a:sym typeface="Calibri" panose="020F0502020204030204"/>
              </a:rPr>
              <a:t>Khó</a:t>
            </a:r>
            <a:r>
              <a:rPr lang="en-US" sz="2400" dirty="0">
                <a:solidFill>
                  <a:schemeClr val="dk1"/>
                </a:solidFill>
                <a:latin typeface="Calibri" panose="020F0502020204030204"/>
                <a:ea typeface="Calibri" panose="020F0502020204030204"/>
                <a:cs typeface="Calibri" panose="020F0502020204030204"/>
                <a:sym typeface="Calibri" panose="020F0502020204030204"/>
              </a:rPr>
              <a:t> </a:t>
            </a:r>
            <a:r>
              <a:rPr lang="en-US" sz="2400" dirty="0" err="1">
                <a:solidFill>
                  <a:schemeClr val="dk1"/>
                </a:solidFill>
                <a:latin typeface="Calibri" panose="020F0502020204030204"/>
                <a:ea typeface="Calibri" panose="020F0502020204030204"/>
                <a:cs typeface="Calibri" panose="020F0502020204030204"/>
                <a:sym typeface="Calibri" panose="020F0502020204030204"/>
              </a:rPr>
              <a:t>đọc</a:t>
            </a:r>
            <a:endParaRPr lang="en-US" sz="2400" dirty="0">
              <a:solidFill>
                <a:schemeClr val="dk1"/>
              </a:solidFill>
              <a:latin typeface="Calibri" panose="020F0502020204030204"/>
              <a:ea typeface="Calibri" panose="020F0502020204030204"/>
              <a:cs typeface="Calibri" panose="020F0502020204030204"/>
              <a:sym typeface="Calibri" panose="020F0502020204030204"/>
            </a:endParaRPr>
          </a:p>
        </p:txBody>
      </p:sp>
      <p:pic>
        <p:nvPicPr>
          <p:cNvPr id="2" name="Picture 1"/>
          <p:cNvPicPr>
            <a:picLocks noChangeAspect="1"/>
          </p:cNvPicPr>
          <p:nvPr/>
        </p:nvPicPr>
        <p:blipFill>
          <a:blip r:embed="rId3"/>
          <a:stretch>
            <a:fillRect/>
          </a:stretch>
        </p:blipFill>
        <p:spPr>
          <a:xfrm>
            <a:off x="5796068" y="1910658"/>
            <a:ext cx="6395932" cy="3220739"/>
          </a:xfrm>
          <a:prstGeom prst="rect">
            <a:avLst/>
          </a:prstGeom>
        </p:spPr>
      </p:pic>
    </p:spTree>
    <p:extLst>
      <p:ext uri="{BB962C8B-B14F-4D97-AF65-F5344CB8AC3E}">
        <p14:creationId xmlns:p14="http://schemas.microsoft.com/office/powerpoint/2010/main" val="177503059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301"/>
        <p:cNvGrpSpPr/>
        <p:nvPr/>
      </p:nvGrpSpPr>
      <p:grpSpPr>
        <a:xfrm>
          <a:off x="0" y="0"/>
          <a:ext cx="0" cy="0"/>
          <a:chOff x="0" y="0"/>
          <a:chExt cx="0" cy="0"/>
        </a:xfrm>
      </p:grpSpPr>
      <p:sp>
        <p:nvSpPr>
          <p:cNvPr id="302" name="Google Shape;302;p34"/>
          <p:cNvSpPr txBox="1">
            <a:spLocks noGrp="1"/>
          </p:cNvSpPr>
          <p:nvPr>
            <p:ph type="title"/>
          </p:nvPr>
        </p:nvSpPr>
        <p:spPr>
          <a:xfrm>
            <a:off x="406400" y="254849"/>
            <a:ext cx="11379300" cy="613800"/>
          </a:xfrm>
          <a:prstGeom prst="rect">
            <a:avLst/>
          </a:prstGeom>
          <a:noFill/>
          <a:ln>
            <a:noFill/>
          </a:ln>
        </p:spPr>
        <p:txBody>
          <a:bodyPr spcFirstLastPara="1" wrap="square" lIns="91425" tIns="45700" rIns="91425" bIns="45700" anchor="ctr" anchorCtr="0">
            <a:normAutofit/>
          </a:bodyPr>
          <a:lstStyle/>
          <a:p>
            <a:pPr lvl="0">
              <a:buSzPts val="2800"/>
            </a:pPr>
            <a:r>
              <a:rPr lang="en-US" dirty="0"/>
              <a:t>3. </a:t>
            </a:r>
            <a:r>
              <a:rPr lang="en-US" dirty="0" err="1"/>
              <a:t>Vòng</a:t>
            </a:r>
            <a:r>
              <a:rPr lang="en-US" dirty="0"/>
              <a:t> </a:t>
            </a:r>
            <a:r>
              <a:rPr lang="en-US" dirty="0" err="1"/>
              <a:t>tròn</a:t>
            </a:r>
            <a:r>
              <a:rPr lang="en-US" dirty="0"/>
              <a:t> </a:t>
            </a:r>
            <a:r>
              <a:rPr lang="en-US" dirty="0" err="1"/>
              <a:t>màu</a:t>
            </a:r>
            <a:r>
              <a:rPr lang="en-US" dirty="0"/>
              <a:t> </a:t>
            </a:r>
            <a:r>
              <a:rPr lang="en-US" dirty="0" err="1"/>
              <a:t>và</a:t>
            </a:r>
            <a:r>
              <a:rPr lang="en-US" dirty="0"/>
              <a:t> </a:t>
            </a:r>
            <a:r>
              <a:rPr lang="en-US" dirty="0" err="1"/>
              <a:t>phương</a:t>
            </a:r>
            <a:r>
              <a:rPr lang="en-US" dirty="0"/>
              <a:t> </a:t>
            </a:r>
            <a:r>
              <a:rPr lang="en-US" dirty="0" err="1"/>
              <a:t>pháp</a:t>
            </a:r>
            <a:r>
              <a:rPr lang="en-US" dirty="0"/>
              <a:t> </a:t>
            </a:r>
            <a:r>
              <a:rPr lang="en-US" dirty="0" err="1"/>
              <a:t>phối</a:t>
            </a:r>
            <a:r>
              <a:rPr lang="en-US" dirty="0"/>
              <a:t> </a:t>
            </a:r>
            <a:r>
              <a:rPr lang="en-US" dirty="0" err="1"/>
              <a:t>màu</a:t>
            </a:r>
            <a:endParaRPr dirty="0">
              <a:solidFill>
                <a:schemeClr val="dk2"/>
              </a:solidFill>
            </a:endParaRPr>
          </a:p>
        </p:txBody>
      </p:sp>
      <p:sp>
        <p:nvSpPr>
          <p:cNvPr id="5" name="Google Shape;303;p34"/>
          <p:cNvSpPr txBox="1"/>
          <p:nvPr/>
        </p:nvSpPr>
        <p:spPr>
          <a:xfrm>
            <a:off x="406398" y="1057564"/>
            <a:ext cx="5381215" cy="2092840"/>
          </a:xfrm>
          <a:prstGeom prst="rect">
            <a:avLst/>
          </a:prstGeom>
          <a:noFill/>
          <a:ln>
            <a:noFill/>
          </a:ln>
        </p:spPr>
        <p:txBody>
          <a:bodyPr spcFirstLastPara="1" wrap="square" lIns="91425" tIns="45700" rIns="91425" bIns="45700" anchor="t" anchorCtr="0">
            <a:spAutoFit/>
          </a:bodyPr>
          <a:lstStyle/>
          <a:p>
            <a:pPr marL="457200" marR="0" lvl="1" indent="0" algn="l" rtl="0">
              <a:lnSpc>
                <a:spcPct val="130000"/>
              </a:lnSpc>
              <a:spcBef>
                <a:spcPts val="0"/>
              </a:spcBef>
              <a:spcAft>
                <a:spcPts val="0"/>
              </a:spcAft>
              <a:buClr>
                <a:schemeClr val="accent1"/>
              </a:buClr>
              <a:buSzPts val="2800"/>
              <a:buFont typeface="Arial" panose="020B0604020202020204"/>
              <a:buNone/>
            </a:pPr>
            <a:r>
              <a:rPr lang="en-US" sz="2800" b="1" dirty="0">
                <a:solidFill>
                  <a:schemeClr val="dk1"/>
                </a:solidFill>
                <a:latin typeface="Calibri" panose="020F0502020204030204"/>
                <a:ea typeface="Calibri" panose="020F0502020204030204"/>
                <a:cs typeface="Calibri" panose="020F0502020204030204"/>
                <a:sym typeface="Calibri" panose="020F0502020204030204"/>
              </a:rPr>
              <a:t>3.4.3. </a:t>
            </a:r>
            <a:r>
              <a:rPr lang="en-US" sz="2800" b="1" dirty="0" err="1">
                <a:solidFill>
                  <a:schemeClr val="dk1"/>
                </a:solidFill>
                <a:latin typeface="Calibri" panose="020F0502020204030204"/>
                <a:ea typeface="Calibri" panose="020F0502020204030204"/>
                <a:cs typeface="Calibri" panose="020F0502020204030204"/>
                <a:sym typeface="Calibri" panose="020F0502020204030204"/>
              </a:rPr>
              <a:t>Màu</a:t>
            </a:r>
            <a:r>
              <a:rPr lang="en-US" sz="2800" b="1" dirty="0">
                <a:solidFill>
                  <a:schemeClr val="dk1"/>
                </a:solidFill>
                <a:latin typeface="Calibri" panose="020F0502020204030204"/>
                <a:ea typeface="Calibri" panose="020F0502020204030204"/>
                <a:cs typeface="Calibri" panose="020F0502020204030204"/>
                <a:sym typeface="Calibri" panose="020F0502020204030204"/>
              </a:rPr>
              <a:t> </a:t>
            </a:r>
            <a:r>
              <a:rPr lang="en-US" sz="2800" b="1" dirty="0" err="1">
                <a:solidFill>
                  <a:schemeClr val="dk1"/>
                </a:solidFill>
                <a:latin typeface="Calibri" panose="020F0502020204030204"/>
                <a:ea typeface="Calibri" panose="020F0502020204030204"/>
                <a:cs typeface="Calibri" panose="020F0502020204030204"/>
                <a:sym typeface="Calibri" panose="020F0502020204030204"/>
              </a:rPr>
              <a:t>nền</a:t>
            </a:r>
            <a:r>
              <a:rPr lang="en-US" sz="2800" b="1" dirty="0">
                <a:solidFill>
                  <a:schemeClr val="dk1"/>
                </a:solidFill>
                <a:latin typeface="Calibri" panose="020F0502020204030204"/>
                <a:ea typeface="Calibri" panose="020F0502020204030204"/>
                <a:cs typeface="Calibri" panose="020F0502020204030204"/>
                <a:sym typeface="Calibri" panose="020F0502020204030204"/>
              </a:rPr>
              <a:t> website</a:t>
            </a:r>
          </a:p>
          <a:p>
            <a:pPr marL="800100" lvl="1" indent="-342900">
              <a:lnSpc>
                <a:spcPct val="130000"/>
              </a:lnSpc>
              <a:buClr>
                <a:schemeClr val="accent1"/>
              </a:buClr>
              <a:buSzPts val="2800"/>
              <a:buFontTx/>
              <a:buChar char="-"/>
            </a:pPr>
            <a:r>
              <a:rPr lang="en-US" sz="2400" b="1" i="1" dirty="0" err="1">
                <a:solidFill>
                  <a:srgbClr val="FF0000"/>
                </a:solidFill>
                <a:latin typeface="Calibri" panose="020F0502020204030204"/>
                <a:ea typeface="Calibri" panose="020F0502020204030204"/>
                <a:cs typeface="Calibri" panose="020F0502020204030204"/>
                <a:sym typeface="Calibri" panose="020F0502020204030204"/>
              </a:rPr>
              <a:t>Cần</a:t>
            </a:r>
            <a:r>
              <a:rPr lang="en-US" sz="2400" b="1" i="1" dirty="0">
                <a:solidFill>
                  <a:srgbClr val="FF0000"/>
                </a:solidFill>
                <a:latin typeface="Calibri" panose="020F0502020204030204"/>
                <a:ea typeface="Calibri" panose="020F0502020204030204"/>
                <a:cs typeface="Calibri" panose="020F0502020204030204"/>
                <a:sym typeface="Calibri" panose="020F0502020204030204"/>
              </a:rPr>
              <a:t> </a:t>
            </a:r>
            <a:r>
              <a:rPr lang="en-US" sz="2400" b="1" i="1" dirty="0" err="1">
                <a:solidFill>
                  <a:srgbClr val="FF0000"/>
                </a:solidFill>
                <a:latin typeface="Calibri" panose="020F0502020204030204"/>
                <a:ea typeface="Calibri" panose="020F0502020204030204"/>
                <a:cs typeface="Calibri" panose="020F0502020204030204"/>
                <a:sym typeface="Calibri" panose="020F0502020204030204"/>
              </a:rPr>
              <a:t>tránh</a:t>
            </a:r>
            <a:r>
              <a:rPr lang="en-US" sz="2400" b="1" i="1" dirty="0">
                <a:solidFill>
                  <a:srgbClr val="FF0000"/>
                </a:solidFill>
                <a:latin typeface="Calibri" panose="020F0502020204030204"/>
                <a:ea typeface="Calibri" panose="020F0502020204030204"/>
                <a:cs typeface="Calibri" panose="020F0502020204030204"/>
                <a:sym typeface="Calibri" panose="020F0502020204030204"/>
              </a:rPr>
              <a:t> </a:t>
            </a:r>
            <a:r>
              <a:rPr lang="en-US" sz="2400" b="1" i="1" dirty="0" err="1">
                <a:solidFill>
                  <a:srgbClr val="FF0000"/>
                </a:solidFill>
                <a:latin typeface="Calibri" panose="020F0502020204030204"/>
                <a:ea typeface="Calibri" panose="020F0502020204030204"/>
                <a:cs typeface="Calibri" panose="020F0502020204030204"/>
                <a:sym typeface="Calibri" panose="020F0502020204030204"/>
              </a:rPr>
              <a:t>màu</a:t>
            </a:r>
            <a:r>
              <a:rPr lang="en-US" sz="2400" b="1" i="1" dirty="0">
                <a:solidFill>
                  <a:srgbClr val="FF0000"/>
                </a:solidFill>
                <a:latin typeface="Calibri" panose="020F0502020204030204"/>
                <a:ea typeface="Calibri" panose="020F0502020204030204"/>
                <a:cs typeface="Calibri" panose="020F0502020204030204"/>
                <a:sym typeface="Calibri" panose="020F0502020204030204"/>
              </a:rPr>
              <a:t> button</a:t>
            </a:r>
            <a:r>
              <a:rPr lang="en-US" sz="2400" b="1" i="1" dirty="0">
                <a:solidFill>
                  <a:schemeClr val="dk1"/>
                </a:solidFill>
                <a:latin typeface="Calibri" panose="020F0502020204030204"/>
                <a:ea typeface="Calibri" panose="020F0502020204030204"/>
                <a:cs typeface="Calibri" panose="020F0502020204030204"/>
                <a:sym typeface="Calibri" panose="020F0502020204030204"/>
              </a:rPr>
              <a:t>:</a:t>
            </a:r>
          </a:p>
          <a:p>
            <a:pPr marL="457200" lvl="1">
              <a:lnSpc>
                <a:spcPct val="130000"/>
              </a:lnSpc>
              <a:buClr>
                <a:schemeClr val="accent1"/>
              </a:buClr>
              <a:buSzPts val="2800"/>
            </a:pPr>
            <a:r>
              <a:rPr lang="en-US" sz="2400" dirty="0">
                <a:solidFill>
                  <a:schemeClr val="dk1"/>
                </a:solidFill>
                <a:latin typeface="Calibri" panose="020F0502020204030204"/>
                <a:ea typeface="Calibri" panose="020F0502020204030204"/>
                <a:cs typeface="Calibri" panose="020F0502020204030204"/>
                <a:sym typeface="Calibri" panose="020F0502020204030204"/>
              </a:rPr>
              <a:t>+ </a:t>
            </a:r>
            <a:r>
              <a:rPr lang="en-US" sz="2400" dirty="0" err="1">
                <a:solidFill>
                  <a:schemeClr val="dk1"/>
                </a:solidFill>
                <a:latin typeface="Calibri" panose="020F0502020204030204"/>
                <a:ea typeface="Calibri" panose="020F0502020204030204"/>
                <a:cs typeface="Calibri" panose="020F0502020204030204"/>
                <a:sym typeface="Calibri" panose="020F0502020204030204"/>
              </a:rPr>
              <a:t>không</a:t>
            </a:r>
            <a:r>
              <a:rPr lang="en-US" sz="2400" dirty="0">
                <a:solidFill>
                  <a:schemeClr val="dk1"/>
                </a:solidFill>
                <a:latin typeface="Calibri" panose="020F0502020204030204"/>
                <a:ea typeface="Calibri" panose="020F0502020204030204"/>
                <a:cs typeface="Calibri" panose="020F0502020204030204"/>
                <a:sym typeface="Calibri" panose="020F0502020204030204"/>
              </a:rPr>
              <a:t> </a:t>
            </a:r>
            <a:r>
              <a:rPr lang="en-US" sz="2400" dirty="0" err="1">
                <a:solidFill>
                  <a:schemeClr val="dk1"/>
                </a:solidFill>
                <a:latin typeface="Calibri" panose="020F0502020204030204"/>
                <a:ea typeface="Calibri" panose="020F0502020204030204"/>
                <a:cs typeface="Calibri" panose="020F0502020204030204"/>
                <a:sym typeface="Calibri" panose="020F0502020204030204"/>
              </a:rPr>
              <a:t>tương</a:t>
            </a:r>
            <a:r>
              <a:rPr lang="en-US" sz="2400" dirty="0">
                <a:solidFill>
                  <a:schemeClr val="dk1"/>
                </a:solidFill>
                <a:latin typeface="Calibri" panose="020F0502020204030204"/>
                <a:ea typeface="Calibri" panose="020F0502020204030204"/>
                <a:cs typeface="Calibri" panose="020F0502020204030204"/>
                <a:sym typeface="Calibri" panose="020F0502020204030204"/>
              </a:rPr>
              <a:t> </a:t>
            </a:r>
            <a:r>
              <a:rPr lang="en-US" sz="2400" dirty="0" err="1">
                <a:solidFill>
                  <a:schemeClr val="dk1"/>
                </a:solidFill>
                <a:latin typeface="Calibri" panose="020F0502020204030204"/>
                <a:ea typeface="Calibri" panose="020F0502020204030204"/>
                <a:cs typeface="Calibri" panose="020F0502020204030204"/>
                <a:sym typeface="Calibri" panose="020F0502020204030204"/>
              </a:rPr>
              <a:t>phản</a:t>
            </a:r>
            <a:endParaRPr lang="en-US" sz="2400" dirty="0">
              <a:solidFill>
                <a:schemeClr val="dk1"/>
              </a:solidFill>
              <a:latin typeface="Calibri" panose="020F0502020204030204"/>
              <a:ea typeface="Calibri" panose="020F0502020204030204"/>
              <a:cs typeface="Calibri" panose="020F0502020204030204"/>
              <a:sym typeface="Calibri" panose="020F0502020204030204"/>
            </a:endParaRPr>
          </a:p>
          <a:p>
            <a:pPr marL="457200" lvl="1">
              <a:lnSpc>
                <a:spcPct val="130000"/>
              </a:lnSpc>
              <a:buClr>
                <a:schemeClr val="accent1"/>
              </a:buClr>
              <a:buSzPts val="2800"/>
            </a:pPr>
            <a:r>
              <a:rPr lang="en-US" sz="2400" dirty="0">
                <a:solidFill>
                  <a:schemeClr val="dk1"/>
                </a:solidFill>
                <a:latin typeface="Calibri" panose="020F0502020204030204"/>
                <a:ea typeface="Calibri" panose="020F0502020204030204"/>
                <a:cs typeface="Calibri" panose="020F0502020204030204"/>
                <a:sym typeface="Calibri" panose="020F0502020204030204"/>
              </a:rPr>
              <a:t>+ </a:t>
            </a:r>
            <a:r>
              <a:rPr lang="en-US" sz="2400" dirty="0" err="1">
                <a:solidFill>
                  <a:schemeClr val="dk1"/>
                </a:solidFill>
                <a:latin typeface="Calibri" panose="020F0502020204030204"/>
                <a:ea typeface="Calibri" panose="020F0502020204030204"/>
                <a:cs typeface="Calibri" panose="020F0502020204030204"/>
                <a:sym typeface="Calibri" panose="020F0502020204030204"/>
              </a:rPr>
              <a:t>Khó</a:t>
            </a:r>
            <a:r>
              <a:rPr lang="en-US" sz="2400" dirty="0">
                <a:solidFill>
                  <a:schemeClr val="dk1"/>
                </a:solidFill>
                <a:latin typeface="Calibri" panose="020F0502020204030204"/>
                <a:ea typeface="Calibri" panose="020F0502020204030204"/>
                <a:cs typeface="Calibri" panose="020F0502020204030204"/>
                <a:sym typeface="Calibri" panose="020F0502020204030204"/>
              </a:rPr>
              <a:t> </a:t>
            </a:r>
            <a:r>
              <a:rPr lang="en-US" sz="2400" dirty="0" err="1">
                <a:solidFill>
                  <a:schemeClr val="dk1"/>
                </a:solidFill>
                <a:latin typeface="Calibri" panose="020F0502020204030204"/>
                <a:ea typeface="Calibri" panose="020F0502020204030204"/>
                <a:cs typeface="Calibri" panose="020F0502020204030204"/>
                <a:sym typeface="Calibri" panose="020F0502020204030204"/>
              </a:rPr>
              <a:t>đọc</a:t>
            </a:r>
            <a:endParaRPr lang="en-US" sz="2400" dirty="0">
              <a:solidFill>
                <a:schemeClr val="dk1"/>
              </a:solidFill>
              <a:latin typeface="Calibri" panose="020F0502020204030204"/>
              <a:ea typeface="Calibri" panose="020F0502020204030204"/>
              <a:cs typeface="Calibri" panose="020F0502020204030204"/>
              <a:sym typeface="Calibri" panose="020F0502020204030204"/>
            </a:endParaRPr>
          </a:p>
        </p:txBody>
      </p:sp>
      <p:pic>
        <p:nvPicPr>
          <p:cNvPr id="3" name="Picture 2"/>
          <p:cNvPicPr>
            <a:picLocks noChangeAspect="1"/>
          </p:cNvPicPr>
          <p:nvPr/>
        </p:nvPicPr>
        <p:blipFill>
          <a:blip r:embed="rId3"/>
          <a:stretch>
            <a:fillRect/>
          </a:stretch>
        </p:blipFill>
        <p:spPr>
          <a:xfrm>
            <a:off x="6302251" y="1680939"/>
            <a:ext cx="5889749" cy="3687128"/>
          </a:xfrm>
          <a:prstGeom prst="rect">
            <a:avLst/>
          </a:prstGeom>
        </p:spPr>
      </p:pic>
    </p:spTree>
    <p:extLst>
      <p:ext uri="{BB962C8B-B14F-4D97-AF65-F5344CB8AC3E}">
        <p14:creationId xmlns:p14="http://schemas.microsoft.com/office/powerpoint/2010/main" val="412313434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301"/>
        <p:cNvGrpSpPr/>
        <p:nvPr/>
      </p:nvGrpSpPr>
      <p:grpSpPr>
        <a:xfrm>
          <a:off x="0" y="0"/>
          <a:ext cx="0" cy="0"/>
          <a:chOff x="0" y="0"/>
          <a:chExt cx="0" cy="0"/>
        </a:xfrm>
      </p:grpSpPr>
      <p:sp>
        <p:nvSpPr>
          <p:cNvPr id="302" name="Google Shape;302;p34"/>
          <p:cNvSpPr txBox="1">
            <a:spLocks noGrp="1"/>
          </p:cNvSpPr>
          <p:nvPr>
            <p:ph type="title"/>
          </p:nvPr>
        </p:nvSpPr>
        <p:spPr>
          <a:xfrm>
            <a:off x="406400" y="254849"/>
            <a:ext cx="11379300" cy="613800"/>
          </a:xfrm>
          <a:prstGeom prst="rect">
            <a:avLst/>
          </a:prstGeom>
          <a:noFill/>
          <a:ln>
            <a:noFill/>
          </a:ln>
        </p:spPr>
        <p:txBody>
          <a:bodyPr spcFirstLastPara="1" wrap="square" lIns="91425" tIns="45700" rIns="91425" bIns="45700" anchor="ctr" anchorCtr="0">
            <a:normAutofit/>
          </a:bodyPr>
          <a:lstStyle/>
          <a:p>
            <a:pPr lvl="0">
              <a:buSzPts val="2800"/>
            </a:pPr>
            <a:r>
              <a:rPr lang="en-US" dirty="0"/>
              <a:t>3. </a:t>
            </a:r>
            <a:r>
              <a:rPr lang="en-US" dirty="0" err="1"/>
              <a:t>Vòng</a:t>
            </a:r>
            <a:r>
              <a:rPr lang="en-US" dirty="0"/>
              <a:t> </a:t>
            </a:r>
            <a:r>
              <a:rPr lang="en-US" dirty="0" err="1"/>
              <a:t>tròn</a:t>
            </a:r>
            <a:r>
              <a:rPr lang="en-US" dirty="0"/>
              <a:t> </a:t>
            </a:r>
            <a:r>
              <a:rPr lang="en-US" dirty="0" err="1"/>
              <a:t>màu</a:t>
            </a:r>
            <a:r>
              <a:rPr lang="en-US" dirty="0"/>
              <a:t> </a:t>
            </a:r>
            <a:r>
              <a:rPr lang="en-US" dirty="0" err="1"/>
              <a:t>và</a:t>
            </a:r>
            <a:r>
              <a:rPr lang="en-US" dirty="0"/>
              <a:t> </a:t>
            </a:r>
            <a:r>
              <a:rPr lang="en-US" dirty="0" err="1"/>
              <a:t>phương</a:t>
            </a:r>
            <a:r>
              <a:rPr lang="en-US" dirty="0"/>
              <a:t> </a:t>
            </a:r>
            <a:r>
              <a:rPr lang="en-US" dirty="0" err="1"/>
              <a:t>pháp</a:t>
            </a:r>
            <a:r>
              <a:rPr lang="en-US" dirty="0"/>
              <a:t> </a:t>
            </a:r>
            <a:r>
              <a:rPr lang="en-US" dirty="0" err="1"/>
              <a:t>phối</a:t>
            </a:r>
            <a:r>
              <a:rPr lang="en-US" dirty="0"/>
              <a:t> </a:t>
            </a:r>
            <a:r>
              <a:rPr lang="en-US" dirty="0" err="1"/>
              <a:t>màu</a:t>
            </a:r>
            <a:endParaRPr dirty="0">
              <a:solidFill>
                <a:schemeClr val="dk2"/>
              </a:solidFill>
            </a:endParaRPr>
          </a:p>
        </p:txBody>
      </p:sp>
      <p:sp>
        <p:nvSpPr>
          <p:cNvPr id="5" name="Google Shape;303;p34"/>
          <p:cNvSpPr txBox="1"/>
          <p:nvPr/>
        </p:nvSpPr>
        <p:spPr>
          <a:xfrm>
            <a:off x="406398" y="1057564"/>
            <a:ext cx="5381215" cy="2092840"/>
          </a:xfrm>
          <a:prstGeom prst="rect">
            <a:avLst/>
          </a:prstGeom>
          <a:noFill/>
          <a:ln>
            <a:noFill/>
          </a:ln>
        </p:spPr>
        <p:txBody>
          <a:bodyPr spcFirstLastPara="1" wrap="square" lIns="91425" tIns="45700" rIns="91425" bIns="45700" anchor="t" anchorCtr="0">
            <a:spAutoFit/>
          </a:bodyPr>
          <a:lstStyle/>
          <a:p>
            <a:pPr marL="457200" marR="0" lvl="1" indent="0" algn="l" rtl="0">
              <a:lnSpc>
                <a:spcPct val="130000"/>
              </a:lnSpc>
              <a:spcBef>
                <a:spcPts val="0"/>
              </a:spcBef>
              <a:spcAft>
                <a:spcPts val="0"/>
              </a:spcAft>
              <a:buClr>
                <a:schemeClr val="accent1"/>
              </a:buClr>
              <a:buSzPts val="2800"/>
              <a:buFont typeface="Arial" panose="020B0604020202020204"/>
              <a:buNone/>
            </a:pPr>
            <a:r>
              <a:rPr lang="en-US" sz="2800" b="1" dirty="0">
                <a:solidFill>
                  <a:schemeClr val="dk1"/>
                </a:solidFill>
                <a:latin typeface="Calibri" panose="020F0502020204030204"/>
                <a:ea typeface="Calibri" panose="020F0502020204030204"/>
                <a:cs typeface="Calibri" panose="020F0502020204030204"/>
                <a:sym typeface="Calibri" panose="020F0502020204030204"/>
              </a:rPr>
              <a:t>3.4.3. </a:t>
            </a:r>
            <a:r>
              <a:rPr lang="en-US" sz="2800" b="1" dirty="0" err="1">
                <a:solidFill>
                  <a:schemeClr val="dk1"/>
                </a:solidFill>
                <a:latin typeface="Calibri" panose="020F0502020204030204"/>
                <a:ea typeface="Calibri" panose="020F0502020204030204"/>
                <a:cs typeface="Calibri" panose="020F0502020204030204"/>
                <a:sym typeface="Calibri" panose="020F0502020204030204"/>
              </a:rPr>
              <a:t>Màu</a:t>
            </a:r>
            <a:r>
              <a:rPr lang="en-US" sz="2800" b="1" dirty="0">
                <a:solidFill>
                  <a:schemeClr val="dk1"/>
                </a:solidFill>
                <a:latin typeface="Calibri" panose="020F0502020204030204"/>
                <a:ea typeface="Calibri" panose="020F0502020204030204"/>
                <a:cs typeface="Calibri" panose="020F0502020204030204"/>
                <a:sym typeface="Calibri" panose="020F0502020204030204"/>
              </a:rPr>
              <a:t> </a:t>
            </a:r>
            <a:r>
              <a:rPr lang="en-US" sz="2800" b="1" dirty="0" err="1">
                <a:solidFill>
                  <a:schemeClr val="dk1"/>
                </a:solidFill>
                <a:latin typeface="Calibri" panose="020F0502020204030204"/>
                <a:ea typeface="Calibri" panose="020F0502020204030204"/>
                <a:cs typeface="Calibri" panose="020F0502020204030204"/>
                <a:sym typeface="Calibri" panose="020F0502020204030204"/>
              </a:rPr>
              <a:t>nền</a:t>
            </a:r>
            <a:r>
              <a:rPr lang="en-US" sz="2800" b="1" dirty="0">
                <a:solidFill>
                  <a:schemeClr val="dk1"/>
                </a:solidFill>
                <a:latin typeface="Calibri" panose="020F0502020204030204"/>
                <a:ea typeface="Calibri" panose="020F0502020204030204"/>
                <a:cs typeface="Calibri" panose="020F0502020204030204"/>
                <a:sym typeface="Calibri" panose="020F0502020204030204"/>
              </a:rPr>
              <a:t> website</a:t>
            </a:r>
          </a:p>
          <a:p>
            <a:pPr marL="800100" lvl="1" indent="-342900">
              <a:lnSpc>
                <a:spcPct val="130000"/>
              </a:lnSpc>
              <a:buClr>
                <a:schemeClr val="accent1"/>
              </a:buClr>
              <a:buSzPts val="2800"/>
              <a:buFontTx/>
              <a:buChar char="-"/>
            </a:pPr>
            <a:r>
              <a:rPr lang="en-US" sz="2400" b="1" i="1" dirty="0" err="1">
                <a:solidFill>
                  <a:srgbClr val="FF0000"/>
                </a:solidFill>
                <a:latin typeface="Calibri" panose="020F0502020204030204"/>
                <a:ea typeface="Calibri" panose="020F0502020204030204"/>
                <a:cs typeface="Calibri" panose="020F0502020204030204"/>
                <a:sym typeface="Calibri" panose="020F0502020204030204"/>
              </a:rPr>
              <a:t>Cần</a:t>
            </a:r>
            <a:r>
              <a:rPr lang="en-US" sz="2400" b="1" i="1" dirty="0">
                <a:solidFill>
                  <a:srgbClr val="FF0000"/>
                </a:solidFill>
                <a:latin typeface="Calibri" panose="020F0502020204030204"/>
                <a:ea typeface="Calibri" panose="020F0502020204030204"/>
                <a:cs typeface="Calibri" panose="020F0502020204030204"/>
                <a:sym typeface="Calibri" panose="020F0502020204030204"/>
              </a:rPr>
              <a:t> </a:t>
            </a:r>
            <a:r>
              <a:rPr lang="en-US" sz="2400" b="1" i="1" dirty="0" err="1">
                <a:solidFill>
                  <a:srgbClr val="FF0000"/>
                </a:solidFill>
                <a:latin typeface="Calibri" panose="020F0502020204030204"/>
                <a:ea typeface="Calibri" panose="020F0502020204030204"/>
                <a:cs typeface="Calibri" panose="020F0502020204030204"/>
                <a:sym typeface="Calibri" panose="020F0502020204030204"/>
              </a:rPr>
              <a:t>tránh</a:t>
            </a:r>
            <a:r>
              <a:rPr lang="en-US" sz="2400" b="1" i="1" dirty="0">
                <a:solidFill>
                  <a:srgbClr val="FF0000"/>
                </a:solidFill>
                <a:latin typeface="Calibri" panose="020F0502020204030204"/>
                <a:ea typeface="Calibri" panose="020F0502020204030204"/>
                <a:cs typeface="Calibri" panose="020F0502020204030204"/>
                <a:sym typeface="Calibri" panose="020F0502020204030204"/>
              </a:rPr>
              <a:t> </a:t>
            </a:r>
            <a:r>
              <a:rPr lang="en-US" sz="2400" b="1" i="1" dirty="0" err="1">
                <a:solidFill>
                  <a:srgbClr val="FF0000"/>
                </a:solidFill>
                <a:latin typeface="Calibri" panose="020F0502020204030204"/>
                <a:ea typeface="Calibri" panose="020F0502020204030204"/>
                <a:cs typeface="Calibri" panose="020F0502020204030204"/>
                <a:sym typeface="Calibri" panose="020F0502020204030204"/>
              </a:rPr>
              <a:t>màu</a:t>
            </a:r>
            <a:r>
              <a:rPr lang="en-US" sz="2400" b="1" i="1" dirty="0">
                <a:solidFill>
                  <a:srgbClr val="FF0000"/>
                </a:solidFill>
                <a:latin typeface="Calibri" panose="020F0502020204030204"/>
                <a:ea typeface="Calibri" panose="020F0502020204030204"/>
                <a:cs typeface="Calibri" panose="020F0502020204030204"/>
                <a:sym typeface="Calibri" panose="020F0502020204030204"/>
              </a:rPr>
              <a:t> </a:t>
            </a:r>
            <a:r>
              <a:rPr lang="en-US" sz="2400" b="1" i="1" dirty="0" err="1">
                <a:solidFill>
                  <a:srgbClr val="FF0000"/>
                </a:solidFill>
                <a:latin typeface="Calibri" panose="020F0502020204030204"/>
                <a:ea typeface="Calibri" panose="020F0502020204030204"/>
                <a:cs typeface="Calibri" panose="020F0502020204030204"/>
                <a:sym typeface="Calibri" panose="020F0502020204030204"/>
              </a:rPr>
              <a:t>chữ</a:t>
            </a:r>
            <a:r>
              <a:rPr lang="en-US" sz="2400" b="1" i="1" dirty="0">
                <a:solidFill>
                  <a:schemeClr val="dk1"/>
                </a:solidFill>
                <a:latin typeface="Calibri" panose="020F0502020204030204"/>
                <a:ea typeface="Calibri" panose="020F0502020204030204"/>
                <a:cs typeface="Calibri" panose="020F0502020204030204"/>
                <a:sym typeface="Calibri" panose="020F0502020204030204"/>
              </a:rPr>
              <a:t>:</a:t>
            </a:r>
          </a:p>
          <a:p>
            <a:pPr marL="457200" lvl="1">
              <a:lnSpc>
                <a:spcPct val="130000"/>
              </a:lnSpc>
              <a:buClr>
                <a:schemeClr val="accent1"/>
              </a:buClr>
              <a:buSzPts val="2800"/>
            </a:pPr>
            <a:r>
              <a:rPr lang="en-US" sz="2400" dirty="0">
                <a:solidFill>
                  <a:schemeClr val="dk1"/>
                </a:solidFill>
                <a:latin typeface="Calibri" panose="020F0502020204030204"/>
                <a:ea typeface="Calibri" panose="020F0502020204030204"/>
                <a:cs typeface="Calibri" panose="020F0502020204030204"/>
                <a:sym typeface="Calibri" panose="020F0502020204030204"/>
              </a:rPr>
              <a:t>+ </a:t>
            </a:r>
            <a:r>
              <a:rPr lang="en-US" sz="2400" dirty="0" err="1">
                <a:solidFill>
                  <a:schemeClr val="dk1"/>
                </a:solidFill>
                <a:latin typeface="Calibri" panose="020F0502020204030204"/>
                <a:ea typeface="Calibri" panose="020F0502020204030204"/>
                <a:cs typeface="Calibri" panose="020F0502020204030204"/>
                <a:sym typeface="Calibri" panose="020F0502020204030204"/>
              </a:rPr>
              <a:t>không</a:t>
            </a:r>
            <a:r>
              <a:rPr lang="en-US" sz="2400" dirty="0">
                <a:solidFill>
                  <a:schemeClr val="dk1"/>
                </a:solidFill>
                <a:latin typeface="Calibri" panose="020F0502020204030204"/>
                <a:ea typeface="Calibri" panose="020F0502020204030204"/>
                <a:cs typeface="Calibri" panose="020F0502020204030204"/>
                <a:sym typeface="Calibri" panose="020F0502020204030204"/>
              </a:rPr>
              <a:t> </a:t>
            </a:r>
            <a:r>
              <a:rPr lang="en-US" sz="2400" dirty="0" err="1">
                <a:solidFill>
                  <a:schemeClr val="dk1"/>
                </a:solidFill>
                <a:latin typeface="Calibri" panose="020F0502020204030204"/>
                <a:ea typeface="Calibri" panose="020F0502020204030204"/>
                <a:cs typeface="Calibri" panose="020F0502020204030204"/>
                <a:sym typeface="Calibri" panose="020F0502020204030204"/>
              </a:rPr>
              <a:t>tương</a:t>
            </a:r>
            <a:r>
              <a:rPr lang="en-US" sz="2400" dirty="0">
                <a:solidFill>
                  <a:schemeClr val="dk1"/>
                </a:solidFill>
                <a:latin typeface="Calibri" panose="020F0502020204030204"/>
                <a:ea typeface="Calibri" panose="020F0502020204030204"/>
                <a:cs typeface="Calibri" panose="020F0502020204030204"/>
                <a:sym typeface="Calibri" panose="020F0502020204030204"/>
              </a:rPr>
              <a:t> </a:t>
            </a:r>
            <a:r>
              <a:rPr lang="en-US" sz="2400" dirty="0" err="1">
                <a:solidFill>
                  <a:schemeClr val="dk1"/>
                </a:solidFill>
                <a:latin typeface="Calibri" panose="020F0502020204030204"/>
                <a:ea typeface="Calibri" panose="020F0502020204030204"/>
                <a:cs typeface="Calibri" panose="020F0502020204030204"/>
                <a:sym typeface="Calibri" panose="020F0502020204030204"/>
              </a:rPr>
              <a:t>phản</a:t>
            </a:r>
            <a:endParaRPr lang="en-US" sz="2400" dirty="0">
              <a:solidFill>
                <a:schemeClr val="dk1"/>
              </a:solidFill>
              <a:latin typeface="Calibri" panose="020F0502020204030204"/>
              <a:ea typeface="Calibri" panose="020F0502020204030204"/>
              <a:cs typeface="Calibri" panose="020F0502020204030204"/>
              <a:sym typeface="Calibri" panose="020F0502020204030204"/>
            </a:endParaRPr>
          </a:p>
          <a:p>
            <a:pPr marL="457200" lvl="1">
              <a:lnSpc>
                <a:spcPct val="130000"/>
              </a:lnSpc>
              <a:buClr>
                <a:schemeClr val="accent1"/>
              </a:buClr>
              <a:buSzPts val="2800"/>
            </a:pPr>
            <a:r>
              <a:rPr lang="en-US" sz="2400" dirty="0">
                <a:solidFill>
                  <a:schemeClr val="dk1"/>
                </a:solidFill>
                <a:latin typeface="Calibri" panose="020F0502020204030204"/>
                <a:ea typeface="Calibri" panose="020F0502020204030204"/>
                <a:cs typeface="Calibri" panose="020F0502020204030204"/>
                <a:sym typeface="Calibri" panose="020F0502020204030204"/>
              </a:rPr>
              <a:t>+ </a:t>
            </a:r>
            <a:r>
              <a:rPr lang="en-US" sz="2400" dirty="0" err="1">
                <a:solidFill>
                  <a:schemeClr val="dk1"/>
                </a:solidFill>
                <a:latin typeface="Calibri" panose="020F0502020204030204"/>
                <a:ea typeface="Calibri" panose="020F0502020204030204"/>
                <a:cs typeface="Calibri" panose="020F0502020204030204"/>
                <a:sym typeface="Calibri" panose="020F0502020204030204"/>
              </a:rPr>
              <a:t>Khó</a:t>
            </a:r>
            <a:r>
              <a:rPr lang="en-US" sz="2400" dirty="0">
                <a:solidFill>
                  <a:schemeClr val="dk1"/>
                </a:solidFill>
                <a:latin typeface="Calibri" panose="020F0502020204030204"/>
                <a:ea typeface="Calibri" panose="020F0502020204030204"/>
                <a:cs typeface="Calibri" panose="020F0502020204030204"/>
                <a:sym typeface="Calibri" panose="020F0502020204030204"/>
              </a:rPr>
              <a:t> </a:t>
            </a:r>
            <a:r>
              <a:rPr lang="en-US" sz="2400" dirty="0" err="1">
                <a:solidFill>
                  <a:schemeClr val="dk1"/>
                </a:solidFill>
                <a:latin typeface="Calibri" panose="020F0502020204030204"/>
                <a:ea typeface="Calibri" panose="020F0502020204030204"/>
                <a:cs typeface="Calibri" panose="020F0502020204030204"/>
                <a:sym typeface="Calibri" panose="020F0502020204030204"/>
              </a:rPr>
              <a:t>đọc</a:t>
            </a:r>
            <a:endParaRPr lang="en-US" sz="2400" dirty="0">
              <a:solidFill>
                <a:schemeClr val="dk1"/>
              </a:solidFill>
              <a:latin typeface="Calibri" panose="020F0502020204030204"/>
              <a:ea typeface="Calibri" panose="020F0502020204030204"/>
              <a:cs typeface="Calibri" panose="020F0502020204030204"/>
              <a:sym typeface="Calibri" panose="020F0502020204030204"/>
            </a:endParaRPr>
          </a:p>
        </p:txBody>
      </p:sp>
      <p:pic>
        <p:nvPicPr>
          <p:cNvPr id="2" name="Picture 1"/>
          <p:cNvPicPr>
            <a:picLocks noChangeAspect="1"/>
          </p:cNvPicPr>
          <p:nvPr/>
        </p:nvPicPr>
        <p:blipFill>
          <a:blip r:embed="rId3"/>
          <a:stretch>
            <a:fillRect/>
          </a:stretch>
        </p:blipFill>
        <p:spPr>
          <a:xfrm>
            <a:off x="5265995" y="1488275"/>
            <a:ext cx="6340945" cy="3702087"/>
          </a:xfrm>
          <a:prstGeom prst="rect">
            <a:avLst/>
          </a:prstGeom>
        </p:spPr>
      </p:pic>
    </p:spTree>
    <p:extLst>
      <p:ext uri="{BB962C8B-B14F-4D97-AF65-F5344CB8AC3E}">
        <p14:creationId xmlns:p14="http://schemas.microsoft.com/office/powerpoint/2010/main" val="393563360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301"/>
        <p:cNvGrpSpPr/>
        <p:nvPr/>
      </p:nvGrpSpPr>
      <p:grpSpPr>
        <a:xfrm>
          <a:off x="0" y="0"/>
          <a:ext cx="0" cy="0"/>
          <a:chOff x="0" y="0"/>
          <a:chExt cx="0" cy="0"/>
        </a:xfrm>
      </p:grpSpPr>
      <p:sp>
        <p:nvSpPr>
          <p:cNvPr id="302" name="Google Shape;302;p34"/>
          <p:cNvSpPr txBox="1">
            <a:spLocks noGrp="1"/>
          </p:cNvSpPr>
          <p:nvPr>
            <p:ph type="title"/>
          </p:nvPr>
        </p:nvSpPr>
        <p:spPr>
          <a:xfrm>
            <a:off x="406400" y="254849"/>
            <a:ext cx="11379300" cy="613800"/>
          </a:xfrm>
          <a:prstGeom prst="rect">
            <a:avLst/>
          </a:prstGeom>
          <a:noFill/>
          <a:ln>
            <a:noFill/>
          </a:ln>
        </p:spPr>
        <p:txBody>
          <a:bodyPr spcFirstLastPara="1" wrap="square" lIns="91425" tIns="45700" rIns="91425" bIns="45700" anchor="ctr" anchorCtr="0">
            <a:normAutofit/>
          </a:bodyPr>
          <a:lstStyle/>
          <a:p>
            <a:pPr lvl="0">
              <a:buSzPts val="2800"/>
            </a:pPr>
            <a:r>
              <a:rPr lang="en-US" dirty="0"/>
              <a:t>3. </a:t>
            </a:r>
            <a:r>
              <a:rPr lang="en-US" dirty="0" err="1"/>
              <a:t>Vòng</a:t>
            </a:r>
            <a:r>
              <a:rPr lang="en-US" dirty="0"/>
              <a:t> </a:t>
            </a:r>
            <a:r>
              <a:rPr lang="en-US" dirty="0" err="1"/>
              <a:t>tròn</a:t>
            </a:r>
            <a:r>
              <a:rPr lang="en-US" dirty="0"/>
              <a:t> </a:t>
            </a:r>
            <a:r>
              <a:rPr lang="en-US" dirty="0" err="1"/>
              <a:t>màu</a:t>
            </a:r>
            <a:r>
              <a:rPr lang="en-US" dirty="0"/>
              <a:t> </a:t>
            </a:r>
            <a:r>
              <a:rPr lang="en-US" dirty="0" err="1"/>
              <a:t>và</a:t>
            </a:r>
            <a:r>
              <a:rPr lang="en-US" dirty="0"/>
              <a:t> </a:t>
            </a:r>
            <a:r>
              <a:rPr lang="en-US" dirty="0" err="1"/>
              <a:t>phương</a:t>
            </a:r>
            <a:r>
              <a:rPr lang="en-US" dirty="0"/>
              <a:t> </a:t>
            </a:r>
            <a:r>
              <a:rPr lang="en-US" dirty="0" err="1"/>
              <a:t>pháp</a:t>
            </a:r>
            <a:r>
              <a:rPr lang="en-US" dirty="0"/>
              <a:t> </a:t>
            </a:r>
            <a:r>
              <a:rPr lang="en-US" dirty="0" err="1"/>
              <a:t>phối</a:t>
            </a:r>
            <a:r>
              <a:rPr lang="en-US" dirty="0"/>
              <a:t> </a:t>
            </a:r>
            <a:r>
              <a:rPr lang="en-US" dirty="0" err="1"/>
              <a:t>màu</a:t>
            </a:r>
            <a:endParaRPr dirty="0">
              <a:solidFill>
                <a:schemeClr val="dk2"/>
              </a:solidFill>
            </a:endParaRPr>
          </a:p>
        </p:txBody>
      </p:sp>
      <p:sp>
        <p:nvSpPr>
          <p:cNvPr id="5" name="Google Shape;303;p34"/>
          <p:cNvSpPr txBox="1"/>
          <p:nvPr/>
        </p:nvSpPr>
        <p:spPr>
          <a:xfrm>
            <a:off x="406398" y="1057564"/>
            <a:ext cx="5381215" cy="2092840"/>
          </a:xfrm>
          <a:prstGeom prst="rect">
            <a:avLst/>
          </a:prstGeom>
          <a:noFill/>
          <a:ln>
            <a:noFill/>
          </a:ln>
        </p:spPr>
        <p:txBody>
          <a:bodyPr spcFirstLastPara="1" wrap="square" lIns="91425" tIns="45700" rIns="91425" bIns="45700" anchor="t" anchorCtr="0">
            <a:spAutoFit/>
          </a:bodyPr>
          <a:lstStyle/>
          <a:p>
            <a:pPr marL="457200" marR="0" lvl="1" indent="0" algn="l" rtl="0">
              <a:lnSpc>
                <a:spcPct val="130000"/>
              </a:lnSpc>
              <a:spcBef>
                <a:spcPts val="0"/>
              </a:spcBef>
              <a:spcAft>
                <a:spcPts val="0"/>
              </a:spcAft>
              <a:buClr>
                <a:schemeClr val="accent1"/>
              </a:buClr>
              <a:buSzPts val="2800"/>
              <a:buFont typeface="Arial" panose="020B0604020202020204"/>
              <a:buNone/>
            </a:pPr>
            <a:r>
              <a:rPr lang="en-US" sz="2800" b="1" dirty="0">
                <a:solidFill>
                  <a:schemeClr val="dk1"/>
                </a:solidFill>
                <a:latin typeface="Calibri" panose="020F0502020204030204"/>
                <a:ea typeface="Calibri" panose="020F0502020204030204"/>
                <a:cs typeface="Calibri" panose="020F0502020204030204"/>
                <a:sym typeface="Calibri" panose="020F0502020204030204"/>
              </a:rPr>
              <a:t>3.4.3. </a:t>
            </a:r>
            <a:r>
              <a:rPr lang="en-US" sz="2800" b="1" dirty="0" err="1">
                <a:solidFill>
                  <a:schemeClr val="dk1"/>
                </a:solidFill>
                <a:latin typeface="Calibri" panose="020F0502020204030204"/>
                <a:ea typeface="Calibri" panose="020F0502020204030204"/>
                <a:cs typeface="Calibri" panose="020F0502020204030204"/>
                <a:sym typeface="Calibri" panose="020F0502020204030204"/>
              </a:rPr>
              <a:t>Màu</a:t>
            </a:r>
            <a:r>
              <a:rPr lang="en-US" sz="2800" b="1" dirty="0">
                <a:solidFill>
                  <a:schemeClr val="dk1"/>
                </a:solidFill>
                <a:latin typeface="Calibri" panose="020F0502020204030204"/>
                <a:ea typeface="Calibri" panose="020F0502020204030204"/>
                <a:cs typeface="Calibri" panose="020F0502020204030204"/>
                <a:sym typeface="Calibri" panose="020F0502020204030204"/>
              </a:rPr>
              <a:t> </a:t>
            </a:r>
            <a:r>
              <a:rPr lang="en-US" sz="2800" b="1" dirty="0" err="1">
                <a:solidFill>
                  <a:schemeClr val="dk1"/>
                </a:solidFill>
                <a:latin typeface="Calibri" panose="020F0502020204030204"/>
                <a:ea typeface="Calibri" panose="020F0502020204030204"/>
                <a:cs typeface="Calibri" panose="020F0502020204030204"/>
                <a:sym typeface="Calibri" panose="020F0502020204030204"/>
              </a:rPr>
              <a:t>nền</a:t>
            </a:r>
            <a:r>
              <a:rPr lang="en-US" sz="2800" b="1" dirty="0">
                <a:solidFill>
                  <a:schemeClr val="dk1"/>
                </a:solidFill>
                <a:latin typeface="Calibri" panose="020F0502020204030204"/>
                <a:ea typeface="Calibri" panose="020F0502020204030204"/>
                <a:cs typeface="Calibri" panose="020F0502020204030204"/>
                <a:sym typeface="Calibri" panose="020F0502020204030204"/>
              </a:rPr>
              <a:t> website</a:t>
            </a:r>
          </a:p>
          <a:p>
            <a:pPr marL="800100" lvl="1" indent="-342900">
              <a:lnSpc>
                <a:spcPct val="130000"/>
              </a:lnSpc>
              <a:buClr>
                <a:schemeClr val="accent1"/>
              </a:buClr>
              <a:buSzPts val="2800"/>
              <a:buFontTx/>
              <a:buChar char="-"/>
            </a:pPr>
            <a:r>
              <a:rPr lang="en-US" sz="2400" b="1" i="1" dirty="0" err="1">
                <a:solidFill>
                  <a:srgbClr val="FF0000"/>
                </a:solidFill>
                <a:latin typeface="Calibri" panose="020F0502020204030204"/>
                <a:ea typeface="Calibri" panose="020F0502020204030204"/>
                <a:cs typeface="Calibri" panose="020F0502020204030204"/>
                <a:sym typeface="Calibri" panose="020F0502020204030204"/>
              </a:rPr>
              <a:t>Cần</a:t>
            </a:r>
            <a:r>
              <a:rPr lang="en-US" sz="2400" b="1" i="1" dirty="0">
                <a:solidFill>
                  <a:srgbClr val="FF0000"/>
                </a:solidFill>
                <a:latin typeface="Calibri" panose="020F0502020204030204"/>
                <a:ea typeface="Calibri" panose="020F0502020204030204"/>
                <a:cs typeface="Calibri" panose="020F0502020204030204"/>
                <a:sym typeface="Calibri" panose="020F0502020204030204"/>
              </a:rPr>
              <a:t> </a:t>
            </a:r>
            <a:r>
              <a:rPr lang="en-US" sz="2400" b="1" i="1" dirty="0" err="1">
                <a:solidFill>
                  <a:srgbClr val="FF0000"/>
                </a:solidFill>
                <a:latin typeface="Calibri" panose="020F0502020204030204"/>
                <a:ea typeface="Calibri" panose="020F0502020204030204"/>
                <a:cs typeface="Calibri" panose="020F0502020204030204"/>
                <a:sym typeface="Calibri" panose="020F0502020204030204"/>
              </a:rPr>
              <a:t>tránh</a:t>
            </a:r>
            <a:r>
              <a:rPr lang="en-US" sz="2400" b="1" i="1" dirty="0">
                <a:solidFill>
                  <a:srgbClr val="FF0000"/>
                </a:solidFill>
                <a:latin typeface="Calibri" panose="020F0502020204030204"/>
                <a:ea typeface="Calibri" panose="020F0502020204030204"/>
                <a:cs typeface="Calibri" panose="020F0502020204030204"/>
                <a:sym typeface="Calibri" panose="020F0502020204030204"/>
              </a:rPr>
              <a:t> </a:t>
            </a:r>
            <a:r>
              <a:rPr lang="en-US" sz="2400" b="1" i="1" dirty="0" err="1">
                <a:solidFill>
                  <a:srgbClr val="FF0000"/>
                </a:solidFill>
                <a:latin typeface="Calibri" panose="020F0502020204030204"/>
                <a:ea typeface="Calibri" panose="020F0502020204030204"/>
                <a:cs typeface="Calibri" panose="020F0502020204030204"/>
                <a:sym typeface="Calibri" panose="020F0502020204030204"/>
              </a:rPr>
              <a:t>màu</a:t>
            </a:r>
            <a:r>
              <a:rPr lang="en-US" sz="2400" b="1" i="1" dirty="0">
                <a:solidFill>
                  <a:srgbClr val="FF0000"/>
                </a:solidFill>
                <a:latin typeface="Calibri" panose="020F0502020204030204"/>
                <a:ea typeface="Calibri" panose="020F0502020204030204"/>
                <a:cs typeface="Calibri" panose="020F0502020204030204"/>
                <a:sym typeface="Calibri" panose="020F0502020204030204"/>
              </a:rPr>
              <a:t> </a:t>
            </a:r>
            <a:r>
              <a:rPr lang="en-US" sz="2400" b="1" i="1" dirty="0" err="1">
                <a:solidFill>
                  <a:srgbClr val="FF0000"/>
                </a:solidFill>
                <a:latin typeface="Calibri" panose="020F0502020204030204"/>
                <a:ea typeface="Calibri" panose="020F0502020204030204"/>
                <a:cs typeface="Calibri" panose="020F0502020204030204"/>
                <a:sym typeface="Calibri" panose="020F0502020204030204"/>
              </a:rPr>
              <a:t>giá</a:t>
            </a:r>
            <a:r>
              <a:rPr lang="en-US" sz="2400" b="1" i="1" dirty="0">
                <a:solidFill>
                  <a:schemeClr val="dk1"/>
                </a:solidFill>
                <a:latin typeface="Calibri" panose="020F0502020204030204"/>
                <a:ea typeface="Calibri" panose="020F0502020204030204"/>
                <a:cs typeface="Calibri" panose="020F0502020204030204"/>
                <a:sym typeface="Calibri" panose="020F0502020204030204"/>
              </a:rPr>
              <a:t>:</a:t>
            </a:r>
          </a:p>
          <a:p>
            <a:pPr marL="457200" lvl="1">
              <a:lnSpc>
                <a:spcPct val="130000"/>
              </a:lnSpc>
              <a:buClr>
                <a:schemeClr val="accent1"/>
              </a:buClr>
              <a:buSzPts val="2800"/>
            </a:pPr>
            <a:r>
              <a:rPr lang="en-US" sz="2400" dirty="0">
                <a:solidFill>
                  <a:schemeClr val="dk1"/>
                </a:solidFill>
                <a:latin typeface="Calibri" panose="020F0502020204030204"/>
                <a:ea typeface="Calibri" panose="020F0502020204030204"/>
                <a:cs typeface="Calibri" panose="020F0502020204030204"/>
                <a:sym typeface="Calibri" panose="020F0502020204030204"/>
              </a:rPr>
              <a:t>+ </a:t>
            </a:r>
            <a:r>
              <a:rPr lang="en-US" sz="2400" dirty="0" err="1">
                <a:solidFill>
                  <a:schemeClr val="dk1"/>
                </a:solidFill>
                <a:latin typeface="Calibri" panose="020F0502020204030204"/>
                <a:ea typeface="Calibri" panose="020F0502020204030204"/>
                <a:cs typeface="Calibri" panose="020F0502020204030204"/>
                <a:sym typeface="Calibri" panose="020F0502020204030204"/>
              </a:rPr>
              <a:t>không</a:t>
            </a:r>
            <a:r>
              <a:rPr lang="en-US" sz="2400" dirty="0">
                <a:solidFill>
                  <a:schemeClr val="dk1"/>
                </a:solidFill>
                <a:latin typeface="Calibri" panose="020F0502020204030204"/>
                <a:ea typeface="Calibri" panose="020F0502020204030204"/>
                <a:cs typeface="Calibri" panose="020F0502020204030204"/>
                <a:sym typeface="Calibri" panose="020F0502020204030204"/>
              </a:rPr>
              <a:t> </a:t>
            </a:r>
            <a:r>
              <a:rPr lang="en-US" sz="2400" dirty="0" err="1">
                <a:solidFill>
                  <a:schemeClr val="dk1"/>
                </a:solidFill>
                <a:latin typeface="Calibri" panose="020F0502020204030204"/>
                <a:ea typeface="Calibri" panose="020F0502020204030204"/>
                <a:cs typeface="Calibri" panose="020F0502020204030204"/>
                <a:sym typeface="Calibri" panose="020F0502020204030204"/>
              </a:rPr>
              <a:t>tương</a:t>
            </a:r>
            <a:r>
              <a:rPr lang="en-US" sz="2400" dirty="0">
                <a:solidFill>
                  <a:schemeClr val="dk1"/>
                </a:solidFill>
                <a:latin typeface="Calibri" panose="020F0502020204030204"/>
                <a:ea typeface="Calibri" panose="020F0502020204030204"/>
                <a:cs typeface="Calibri" panose="020F0502020204030204"/>
                <a:sym typeface="Calibri" panose="020F0502020204030204"/>
              </a:rPr>
              <a:t> </a:t>
            </a:r>
            <a:r>
              <a:rPr lang="en-US" sz="2400" dirty="0" err="1">
                <a:solidFill>
                  <a:schemeClr val="dk1"/>
                </a:solidFill>
                <a:latin typeface="Calibri" panose="020F0502020204030204"/>
                <a:ea typeface="Calibri" panose="020F0502020204030204"/>
                <a:cs typeface="Calibri" panose="020F0502020204030204"/>
                <a:sym typeface="Calibri" panose="020F0502020204030204"/>
              </a:rPr>
              <a:t>phản</a:t>
            </a:r>
            <a:endParaRPr lang="en-US" sz="2400" dirty="0">
              <a:solidFill>
                <a:schemeClr val="dk1"/>
              </a:solidFill>
              <a:latin typeface="Calibri" panose="020F0502020204030204"/>
              <a:ea typeface="Calibri" panose="020F0502020204030204"/>
              <a:cs typeface="Calibri" panose="020F0502020204030204"/>
              <a:sym typeface="Calibri" panose="020F0502020204030204"/>
            </a:endParaRPr>
          </a:p>
          <a:p>
            <a:pPr marL="457200" lvl="1">
              <a:lnSpc>
                <a:spcPct val="130000"/>
              </a:lnSpc>
              <a:buClr>
                <a:schemeClr val="accent1"/>
              </a:buClr>
              <a:buSzPts val="2800"/>
            </a:pPr>
            <a:r>
              <a:rPr lang="en-US" sz="2400" dirty="0">
                <a:solidFill>
                  <a:schemeClr val="dk1"/>
                </a:solidFill>
                <a:latin typeface="Calibri" panose="020F0502020204030204"/>
                <a:ea typeface="Calibri" panose="020F0502020204030204"/>
                <a:cs typeface="Calibri" panose="020F0502020204030204"/>
                <a:sym typeface="Calibri" panose="020F0502020204030204"/>
              </a:rPr>
              <a:t>+ </a:t>
            </a:r>
            <a:r>
              <a:rPr lang="en-US" sz="2400" dirty="0" err="1">
                <a:solidFill>
                  <a:schemeClr val="dk1"/>
                </a:solidFill>
                <a:latin typeface="Calibri" panose="020F0502020204030204"/>
                <a:ea typeface="Calibri" panose="020F0502020204030204"/>
                <a:cs typeface="Calibri" panose="020F0502020204030204"/>
                <a:sym typeface="Calibri" panose="020F0502020204030204"/>
              </a:rPr>
              <a:t>Khó</a:t>
            </a:r>
            <a:r>
              <a:rPr lang="en-US" sz="2400" dirty="0">
                <a:solidFill>
                  <a:schemeClr val="dk1"/>
                </a:solidFill>
                <a:latin typeface="Calibri" panose="020F0502020204030204"/>
                <a:ea typeface="Calibri" panose="020F0502020204030204"/>
                <a:cs typeface="Calibri" panose="020F0502020204030204"/>
                <a:sym typeface="Calibri" panose="020F0502020204030204"/>
              </a:rPr>
              <a:t> </a:t>
            </a:r>
            <a:r>
              <a:rPr lang="en-US" sz="2400" dirty="0" err="1">
                <a:solidFill>
                  <a:schemeClr val="dk1"/>
                </a:solidFill>
                <a:latin typeface="Calibri" panose="020F0502020204030204"/>
                <a:ea typeface="Calibri" panose="020F0502020204030204"/>
                <a:cs typeface="Calibri" panose="020F0502020204030204"/>
                <a:sym typeface="Calibri" panose="020F0502020204030204"/>
              </a:rPr>
              <a:t>đọc</a:t>
            </a:r>
            <a:endParaRPr lang="en-US" sz="2400" dirty="0">
              <a:solidFill>
                <a:schemeClr val="dk1"/>
              </a:solidFill>
              <a:latin typeface="Calibri" panose="020F0502020204030204"/>
              <a:ea typeface="Calibri" panose="020F0502020204030204"/>
              <a:cs typeface="Calibri" panose="020F0502020204030204"/>
              <a:sym typeface="Calibri" panose="020F0502020204030204"/>
            </a:endParaRPr>
          </a:p>
        </p:txBody>
      </p:sp>
      <p:pic>
        <p:nvPicPr>
          <p:cNvPr id="3" name="Picture 2"/>
          <p:cNvPicPr>
            <a:picLocks noChangeAspect="1"/>
          </p:cNvPicPr>
          <p:nvPr/>
        </p:nvPicPr>
        <p:blipFill>
          <a:blip r:embed="rId3"/>
          <a:stretch>
            <a:fillRect/>
          </a:stretch>
        </p:blipFill>
        <p:spPr>
          <a:xfrm>
            <a:off x="5042404" y="1538071"/>
            <a:ext cx="6743296" cy="3969844"/>
          </a:xfrm>
          <a:prstGeom prst="rect">
            <a:avLst/>
          </a:prstGeom>
        </p:spPr>
      </p:pic>
    </p:spTree>
    <p:extLst>
      <p:ext uri="{BB962C8B-B14F-4D97-AF65-F5344CB8AC3E}">
        <p14:creationId xmlns:p14="http://schemas.microsoft.com/office/powerpoint/2010/main" val="363198614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385"/>
        <p:cNvGrpSpPr/>
        <p:nvPr/>
      </p:nvGrpSpPr>
      <p:grpSpPr>
        <a:xfrm>
          <a:off x="0" y="0"/>
          <a:ext cx="0" cy="0"/>
          <a:chOff x="0" y="0"/>
          <a:chExt cx="0" cy="0"/>
        </a:xfrm>
      </p:grpSpPr>
      <p:grpSp>
        <p:nvGrpSpPr>
          <p:cNvPr id="386" name="Google Shape;386;p44"/>
          <p:cNvGrpSpPr/>
          <p:nvPr/>
        </p:nvGrpSpPr>
        <p:grpSpPr>
          <a:xfrm>
            <a:off x="28574" y="152400"/>
            <a:ext cx="2714625" cy="857310"/>
            <a:chOff x="1425720" y="578314"/>
            <a:chExt cx="2912000" cy="857310"/>
          </a:xfrm>
        </p:grpSpPr>
        <p:sp>
          <p:nvSpPr>
            <p:cNvPr id="387" name="Google Shape;387;p44"/>
            <p:cNvSpPr/>
            <p:nvPr/>
          </p:nvSpPr>
          <p:spPr>
            <a:xfrm>
              <a:off x="1425720" y="578314"/>
              <a:ext cx="2912000" cy="857310"/>
            </a:xfrm>
            <a:prstGeom prst="parallelogram">
              <a:avLst>
                <a:gd name="adj" fmla="val 25000"/>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panose="020F0502020204030204"/>
                <a:ea typeface="Calibri" panose="020F0502020204030204"/>
                <a:cs typeface="Calibri" panose="020F0502020204030204"/>
                <a:sym typeface="Calibri" panose="020F0502020204030204"/>
              </a:endParaRPr>
            </a:p>
          </p:txBody>
        </p:sp>
        <p:pic>
          <p:nvPicPr>
            <p:cNvPr id="388" name="Google Shape;388;p44" descr="D:\Poly\THCS tren lop\LOGO FPT POLYTECHNIC.png"/>
            <p:cNvPicPr preferRelativeResize="0"/>
            <p:nvPr/>
          </p:nvPicPr>
          <p:blipFill rotWithShape="1">
            <a:blip r:embed="rId3"/>
            <a:srcRect/>
            <a:stretch>
              <a:fillRect/>
            </a:stretch>
          </p:blipFill>
          <p:spPr>
            <a:xfrm>
              <a:off x="1880598" y="703629"/>
              <a:ext cx="2002245" cy="606681"/>
            </a:xfrm>
            <a:prstGeom prst="rect">
              <a:avLst/>
            </a:prstGeom>
            <a:noFill/>
            <a:ln>
              <a:noFill/>
            </a:ln>
          </p:spPr>
        </p:pic>
      </p:grpSp>
      <p:pic>
        <p:nvPicPr>
          <p:cNvPr id="389" name="Google Shape;389;p44"/>
          <p:cNvPicPr preferRelativeResize="0"/>
          <p:nvPr/>
        </p:nvPicPr>
        <p:blipFill rotWithShape="1">
          <a:blip r:embed="rId4"/>
          <a:srcRect/>
          <a:stretch>
            <a:fillRect/>
          </a:stretch>
        </p:blipFill>
        <p:spPr>
          <a:xfrm>
            <a:off x="2971800" y="884396"/>
            <a:ext cx="5800725" cy="4603622"/>
          </a:xfrm>
          <a:prstGeom prst="rect">
            <a:avLst/>
          </a:prstGeom>
          <a:noFill/>
          <a:ln>
            <a:noFill/>
          </a:ln>
        </p:spPr>
      </p:pic>
    </p:spTree>
  </p:cSld>
  <p:clrMapOvr>
    <a:masterClrMapping/>
  </p:clrMapOvr>
  <p:transition spd="slow">
    <p:wipe dir="d"/>
  </p:transition>
</p:sld>
</file>

<file path=ppt/theme/theme1.xml><?xml version="1.0" encoding="utf-8"?>
<a:theme xmlns:a="http://schemas.openxmlformats.org/drawingml/2006/main" name="Custom Design">
  <a:themeElements>
    <a:clrScheme name="Custom 12">
      <a:dk1>
        <a:srgbClr val="000000"/>
      </a:dk1>
      <a:lt1>
        <a:srgbClr val="FFFFFF"/>
      </a:lt1>
      <a:dk2>
        <a:srgbClr val="FF6400"/>
      </a:dk2>
      <a:lt2>
        <a:srgbClr val="50B946"/>
      </a:lt2>
      <a:accent1>
        <a:srgbClr val="0C5AA6"/>
      </a:accent1>
      <a:accent2>
        <a:srgbClr val="FF9700"/>
      </a:accent2>
      <a:accent3>
        <a:srgbClr val="00A383"/>
      </a:accent3>
      <a:accent4>
        <a:srgbClr val="B0B12B"/>
      </a:accent4>
      <a:accent5>
        <a:srgbClr val="B22D2B"/>
      </a:accent5>
      <a:accent6>
        <a:srgbClr val="BDAEF2"/>
      </a:accent6>
      <a:hlink>
        <a:srgbClr val="000000"/>
      </a:hlink>
      <a:folHlink>
        <a:srgbClr val="0000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2117</TotalTime>
  <Words>2777</Words>
  <Application>Microsoft Macintosh PowerPoint</Application>
  <PresentationFormat>Widescreen</PresentationFormat>
  <Paragraphs>263</Paragraphs>
  <Slides>49</Slides>
  <Notes>43</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49</vt:i4>
      </vt:variant>
    </vt:vector>
  </HeadingPairs>
  <TitlesOfParts>
    <vt:vector size="58" baseType="lpstr">
      <vt:lpstr>Arial</vt:lpstr>
      <vt:lpstr>Roboto</vt:lpstr>
      <vt:lpstr>Calibri</vt:lpstr>
      <vt:lpstr>Quattrocento Sans</vt:lpstr>
      <vt:lpstr>Segoe UI</vt:lpstr>
      <vt:lpstr>Wingdings</vt:lpstr>
      <vt:lpstr>Noto Sans Symbols</vt:lpstr>
      <vt:lpstr>Courier New</vt:lpstr>
      <vt:lpstr>Custom Design</vt:lpstr>
      <vt:lpstr>PowerPoint Presentation</vt:lpstr>
      <vt:lpstr>PowerPoint Presentation</vt:lpstr>
      <vt:lpstr>1. Tính thiết kế là gì?</vt:lpstr>
      <vt:lpstr>1. Tính thiết kế là gì?</vt:lpstr>
      <vt:lpstr>1. Tính thiết kế là gì?</vt:lpstr>
      <vt:lpstr>1. Tính thiết kế là gì?</vt:lpstr>
      <vt:lpstr>1. Tính thiết kế là gì?</vt:lpstr>
      <vt:lpstr>1. Tính thiết kế là gì?</vt:lpstr>
      <vt:lpstr>2. Tính thẩm mỹ trong thiết kế web</vt:lpstr>
      <vt:lpstr>2 Tính thẩm mỹ trong thiết kế web</vt:lpstr>
      <vt:lpstr>2 Tính thẩm mỹ trong thiết kế web</vt:lpstr>
      <vt:lpstr>2 Tính thẩm mỹ trong thiết kế web</vt:lpstr>
      <vt:lpstr>2 Tính thẩm mỹ trong thiết kế web</vt:lpstr>
      <vt:lpstr>2 Tính thẩm mỹ trong thiết kế web</vt:lpstr>
      <vt:lpstr>PowerPoint Presentation</vt:lpstr>
      <vt:lpstr>3. Thiết kế giao diện người dùng là gì</vt:lpstr>
      <vt:lpstr>3. Vòng tròn màu và phương pháp phối màu</vt:lpstr>
      <vt:lpstr>3. Vòng tròn màu và phương pháp phối màu</vt:lpstr>
      <vt:lpstr>3. Vòng tròn màu và phương pháp phối màu</vt:lpstr>
      <vt:lpstr>NGUYÊN LÝ HÒA TRỘN MÀU </vt:lpstr>
      <vt:lpstr>NGUYÊN LÝ HÒA TRỘN MÀU </vt:lpstr>
      <vt:lpstr>NGUYÊN LÝ HÒA TRỘN MÀU </vt:lpstr>
      <vt:lpstr>NGUYÊN LÝ HÒA TRỘN MÀU </vt:lpstr>
      <vt:lpstr>NGUYÊN LÝ HÒA TRỘN MÀU </vt:lpstr>
      <vt:lpstr>NGUYÊN LÝ HÒA TRỘN MÀU </vt:lpstr>
      <vt:lpstr>3. Vòng tròn màu và phương pháp phối màu</vt:lpstr>
      <vt:lpstr>3. Vòng tròn màu và phương pháp phối màu</vt:lpstr>
      <vt:lpstr>3. Vòng tròn màu và phương pháp phối màu</vt:lpstr>
      <vt:lpstr>3. Vòng tròn màu và phương pháp phối màu</vt:lpstr>
      <vt:lpstr>3. Vòng tròn màu và phương pháp phối màu</vt:lpstr>
      <vt:lpstr>3. Vòng tròn màu và phương pháp phối màu</vt:lpstr>
      <vt:lpstr>3. Vòng tròn màu và phương pháp phối màu</vt:lpstr>
      <vt:lpstr>3. Vòng tròn màu và phương pháp phối màu</vt:lpstr>
      <vt:lpstr>3. Vòng tròn màu và phương pháp phối màu</vt:lpstr>
      <vt:lpstr>3. Vòng tròn màu và phương pháp phối màu</vt:lpstr>
      <vt:lpstr>3. Vòng tròn màu và phương pháp phối màu</vt:lpstr>
      <vt:lpstr>3. Vòng tròn màu và phương pháp phối màu</vt:lpstr>
      <vt:lpstr>3. Vòng tròn màu và phương pháp phối màu</vt:lpstr>
      <vt:lpstr>3. Vòng tròn màu và phương pháp phối màu</vt:lpstr>
      <vt:lpstr>3. Vòng tròn màu và phương pháp phối màu</vt:lpstr>
      <vt:lpstr>3. Vòng tròn màu và phương pháp phối màu</vt:lpstr>
      <vt:lpstr>3. Vòng tròn màu và phương pháp phối màu</vt:lpstr>
      <vt:lpstr>3. Vòng tròn màu và phương pháp phối màu</vt:lpstr>
      <vt:lpstr>3. Vòng tròn màu và phương pháp phối màu</vt:lpstr>
      <vt:lpstr>3. Vòng tròn màu và phương pháp phối màu</vt:lpstr>
      <vt:lpstr>3. Vòng tròn màu và phương pháp phối màu</vt:lpstr>
      <vt:lpstr>3. Vòng tròn màu và phương pháp phối màu</vt:lpstr>
      <vt:lpstr>3. Vòng tròn màu và phương pháp phối màu</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Administrator</dc:creator>
  <cp:lastModifiedBy>Nguyen Thi Phuong Nguyen (FE FPL HCM)</cp:lastModifiedBy>
  <cp:revision>84</cp:revision>
  <dcterms:created xsi:type="dcterms:W3CDTF">2014-05-13T09:25:00Z</dcterms:created>
  <dcterms:modified xsi:type="dcterms:W3CDTF">2026-02-26T11:17:17Z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2589D9DC766A45C49A5709A5A6AB3798</vt:lpwstr>
  </property>
  <property fmtid="{D5CDD505-2E9C-101B-9397-08002B2CF9AE}" pid="3" name="KSOProductBuildVer">
    <vt:lpwstr>1033-11.2.0.11486</vt:lpwstr>
  </property>
</Properties>
</file>